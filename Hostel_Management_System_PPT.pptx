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BCD68D-F72A-44FB-A546-0761AD907B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72E7D9C-05B2-4B96-B674-7822DE31E687}">
      <dgm:prSet/>
      <dgm:spPr/>
      <dgm:t>
        <a:bodyPr/>
        <a:lstStyle/>
        <a:p>
          <a:r>
            <a:rPr lang="en-US"/>
            <a:t>• Better Data Management</a:t>
          </a:r>
        </a:p>
      </dgm:t>
    </dgm:pt>
    <dgm:pt modelId="{0EC44274-27BF-49ED-A1BA-E66FF958E0F1}" type="parTrans" cxnId="{62CEAC61-AAB9-4957-9CB2-4F6E49EF04FF}">
      <dgm:prSet/>
      <dgm:spPr/>
      <dgm:t>
        <a:bodyPr/>
        <a:lstStyle/>
        <a:p>
          <a:endParaRPr lang="en-US"/>
        </a:p>
      </dgm:t>
    </dgm:pt>
    <dgm:pt modelId="{8893705A-5F13-46D2-B61C-331638A6890D}" type="sibTrans" cxnId="{62CEAC61-AAB9-4957-9CB2-4F6E49EF04FF}">
      <dgm:prSet/>
      <dgm:spPr/>
      <dgm:t>
        <a:bodyPr/>
        <a:lstStyle/>
        <a:p>
          <a:endParaRPr lang="en-US"/>
        </a:p>
      </dgm:t>
    </dgm:pt>
    <dgm:pt modelId="{DF5B7B5C-35E3-4B93-BB25-5735364275DB}">
      <dgm:prSet/>
      <dgm:spPr/>
      <dgm:t>
        <a:bodyPr/>
        <a:lstStyle/>
        <a:p>
          <a:r>
            <a:rPr lang="en-US"/>
            <a:t>• Room Allocation System</a:t>
          </a:r>
        </a:p>
      </dgm:t>
    </dgm:pt>
    <dgm:pt modelId="{D9D09F58-DBE6-4CAF-A33E-8E705E93B552}" type="parTrans" cxnId="{6AF82BC9-86FA-4711-AF79-3B17714546D9}">
      <dgm:prSet/>
      <dgm:spPr/>
      <dgm:t>
        <a:bodyPr/>
        <a:lstStyle/>
        <a:p>
          <a:endParaRPr lang="en-US"/>
        </a:p>
      </dgm:t>
    </dgm:pt>
    <dgm:pt modelId="{2CE5EF53-F960-4309-8E42-3AC0C33F5E39}" type="sibTrans" cxnId="{6AF82BC9-86FA-4711-AF79-3B17714546D9}">
      <dgm:prSet/>
      <dgm:spPr/>
      <dgm:t>
        <a:bodyPr/>
        <a:lstStyle/>
        <a:p>
          <a:endParaRPr lang="en-US"/>
        </a:p>
      </dgm:t>
    </dgm:pt>
    <dgm:pt modelId="{CCC80EDF-390B-423B-A33A-B8C7B4C54431}">
      <dgm:prSet/>
      <dgm:spPr/>
      <dgm:t>
        <a:bodyPr/>
        <a:lstStyle/>
        <a:p>
          <a:r>
            <a:rPr lang="en-US"/>
            <a:t>• Fee Payment Tracking</a:t>
          </a:r>
        </a:p>
      </dgm:t>
    </dgm:pt>
    <dgm:pt modelId="{76390E13-6B51-414E-8DC7-C38E19F65AC3}" type="parTrans" cxnId="{6A012220-6161-4B65-B651-81BE2454662A}">
      <dgm:prSet/>
      <dgm:spPr/>
      <dgm:t>
        <a:bodyPr/>
        <a:lstStyle/>
        <a:p>
          <a:endParaRPr lang="en-US"/>
        </a:p>
      </dgm:t>
    </dgm:pt>
    <dgm:pt modelId="{1D522366-3964-483E-8B8A-91A4F3EE71EA}" type="sibTrans" cxnId="{6A012220-6161-4B65-B651-81BE2454662A}">
      <dgm:prSet/>
      <dgm:spPr/>
      <dgm:t>
        <a:bodyPr/>
        <a:lstStyle/>
        <a:p>
          <a:endParaRPr lang="en-US"/>
        </a:p>
      </dgm:t>
    </dgm:pt>
    <dgm:pt modelId="{64C65799-AD11-4125-84B7-EDC034660FE1}">
      <dgm:prSet/>
      <dgm:spPr/>
      <dgm:t>
        <a:bodyPr/>
        <a:lstStyle/>
        <a:p>
          <a:r>
            <a:rPr lang="en-US"/>
            <a:t>• Handling Complaints</a:t>
          </a:r>
        </a:p>
      </dgm:t>
    </dgm:pt>
    <dgm:pt modelId="{BAAB91F0-4376-4570-8300-53A48297D37B}" type="parTrans" cxnId="{5C96658A-1AFB-4BDB-9E4C-B8B49138B191}">
      <dgm:prSet/>
      <dgm:spPr/>
      <dgm:t>
        <a:bodyPr/>
        <a:lstStyle/>
        <a:p>
          <a:endParaRPr lang="en-US"/>
        </a:p>
      </dgm:t>
    </dgm:pt>
    <dgm:pt modelId="{8D791100-2E1C-436F-A32E-9D2C44DE5490}" type="sibTrans" cxnId="{5C96658A-1AFB-4BDB-9E4C-B8B49138B191}">
      <dgm:prSet/>
      <dgm:spPr/>
      <dgm:t>
        <a:bodyPr/>
        <a:lstStyle/>
        <a:p>
          <a:endParaRPr lang="en-US"/>
        </a:p>
      </dgm:t>
    </dgm:pt>
    <dgm:pt modelId="{DBBA031F-D2E5-4F1B-911C-46B448A1BC15}">
      <dgm:prSet/>
      <dgm:spPr/>
      <dgm:t>
        <a:bodyPr/>
        <a:lstStyle/>
        <a:p>
          <a:r>
            <a:rPr lang="en-US"/>
            <a:t>• Mess Monitoring</a:t>
          </a:r>
        </a:p>
      </dgm:t>
    </dgm:pt>
    <dgm:pt modelId="{D7BB3DCF-1718-425D-B56C-FA9F3798EE9E}" type="parTrans" cxnId="{F99209D7-423D-4FA5-9897-E02500E9BFC8}">
      <dgm:prSet/>
      <dgm:spPr/>
      <dgm:t>
        <a:bodyPr/>
        <a:lstStyle/>
        <a:p>
          <a:endParaRPr lang="en-US"/>
        </a:p>
      </dgm:t>
    </dgm:pt>
    <dgm:pt modelId="{62C13BB5-832E-453D-90FF-F5ADD67789B0}" type="sibTrans" cxnId="{F99209D7-423D-4FA5-9897-E02500E9BFC8}">
      <dgm:prSet/>
      <dgm:spPr/>
      <dgm:t>
        <a:bodyPr/>
        <a:lstStyle/>
        <a:p>
          <a:endParaRPr lang="en-US"/>
        </a:p>
      </dgm:t>
    </dgm:pt>
    <dgm:pt modelId="{9273FCDE-0A35-47F9-A589-A2ED17ECF428}">
      <dgm:prSet/>
      <dgm:spPr/>
      <dgm:t>
        <a:bodyPr/>
        <a:lstStyle/>
        <a:p>
          <a:r>
            <a:rPr lang="en-US"/>
            <a:t>• Improved Decision-Making</a:t>
          </a:r>
        </a:p>
      </dgm:t>
    </dgm:pt>
    <dgm:pt modelId="{BA35C553-24A9-4AB5-9752-1054DBF67A12}" type="parTrans" cxnId="{8ED1CC90-66EC-48EC-88C0-A0C281F607A2}">
      <dgm:prSet/>
      <dgm:spPr/>
      <dgm:t>
        <a:bodyPr/>
        <a:lstStyle/>
        <a:p>
          <a:endParaRPr lang="en-US"/>
        </a:p>
      </dgm:t>
    </dgm:pt>
    <dgm:pt modelId="{EADAF5F6-23D6-4F9B-8D07-8662ABAC131C}" type="sibTrans" cxnId="{8ED1CC90-66EC-48EC-88C0-A0C281F607A2}">
      <dgm:prSet/>
      <dgm:spPr/>
      <dgm:t>
        <a:bodyPr/>
        <a:lstStyle/>
        <a:p>
          <a:endParaRPr lang="en-US"/>
        </a:p>
      </dgm:t>
    </dgm:pt>
    <dgm:pt modelId="{84DD57AE-E4C5-4B12-9D90-68D1750E31A2}" type="pres">
      <dgm:prSet presAssocID="{D2BCD68D-F72A-44FB-A546-0761AD907BDD}" presName="root" presStyleCnt="0">
        <dgm:presLayoutVars>
          <dgm:dir/>
          <dgm:resizeHandles val="exact"/>
        </dgm:presLayoutVars>
      </dgm:prSet>
      <dgm:spPr/>
    </dgm:pt>
    <dgm:pt modelId="{423FBC7D-4508-4292-8041-8A1D25186AE7}" type="pres">
      <dgm:prSet presAssocID="{072E7D9C-05B2-4B96-B674-7822DE31E687}" presName="compNode" presStyleCnt="0"/>
      <dgm:spPr/>
    </dgm:pt>
    <dgm:pt modelId="{5E9DE218-21A4-4CCF-AE82-D44E2E50A502}" type="pres">
      <dgm:prSet presAssocID="{072E7D9C-05B2-4B96-B674-7822DE31E687}" presName="bgRect" presStyleLbl="bgShp" presStyleIdx="0" presStyleCnt="6"/>
      <dgm:spPr/>
    </dgm:pt>
    <dgm:pt modelId="{5441CAE5-CF58-4104-82BA-65755B9B5986}" type="pres">
      <dgm:prSet presAssocID="{072E7D9C-05B2-4B96-B674-7822DE31E68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75865CC-ECE0-47C5-808D-59AB26C36C43}" type="pres">
      <dgm:prSet presAssocID="{072E7D9C-05B2-4B96-B674-7822DE31E687}" presName="spaceRect" presStyleCnt="0"/>
      <dgm:spPr/>
    </dgm:pt>
    <dgm:pt modelId="{DB0D4A46-85E3-448C-BC6D-F0B01671FE69}" type="pres">
      <dgm:prSet presAssocID="{072E7D9C-05B2-4B96-B674-7822DE31E687}" presName="parTx" presStyleLbl="revTx" presStyleIdx="0" presStyleCnt="6">
        <dgm:presLayoutVars>
          <dgm:chMax val="0"/>
          <dgm:chPref val="0"/>
        </dgm:presLayoutVars>
      </dgm:prSet>
      <dgm:spPr/>
    </dgm:pt>
    <dgm:pt modelId="{93245020-3F96-4379-BA49-FA79A4BC00D3}" type="pres">
      <dgm:prSet presAssocID="{8893705A-5F13-46D2-B61C-331638A6890D}" presName="sibTrans" presStyleCnt="0"/>
      <dgm:spPr/>
    </dgm:pt>
    <dgm:pt modelId="{A5B1E4DC-EA92-4710-A1F8-75B11E6DFCAC}" type="pres">
      <dgm:prSet presAssocID="{DF5B7B5C-35E3-4B93-BB25-5735364275DB}" presName="compNode" presStyleCnt="0"/>
      <dgm:spPr/>
    </dgm:pt>
    <dgm:pt modelId="{2753A0C4-B341-46EA-A650-1CCF0DC732E3}" type="pres">
      <dgm:prSet presAssocID="{DF5B7B5C-35E3-4B93-BB25-5735364275DB}" presName="bgRect" presStyleLbl="bgShp" presStyleIdx="1" presStyleCnt="6"/>
      <dgm:spPr/>
    </dgm:pt>
    <dgm:pt modelId="{5CA204B6-3ED1-438E-9E0F-A652446502F2}" type="pres">
      <dgm:prSet presAssocID="{DF5B7B5C-35E3-4B93-BB25-5735364275D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4E68EA3D-BB55-4C6E-ACBA-43B7FAAC4545}" type="pres">
      <dgm:prSet presAssocID="{DF5B7B5C-35E3-4B93-BB25-5735364275DB}" presName="spaceRect" presStyleCnt="0"/>
      <dgm:spPr/>
    </dgm:pt>
    <dgm:pt modelId="{7237643A-C2C9-491F-BBB3-B523CD3DB0EC}" type="pres">
      <dgm:prSet presAssocID="{DF5B7B5C-35E3-4B93-BB25-5735364275DB}" presName="parTx" presStyleLbl="revTx" presStyleIdx="1" presStyleCnt="6">
        <dgm:presLayoutVars>
          <dgm:chMax val="0"/>
          <dgm:chPref val="0"/>
        </dgm:presLayoutVars>
      </dgm:prSet>
      <dgm:spPr/>
    </dgm:pt>
    <dgm:pt modelId="{8D17D82C-1812-4D36-9641-86DC5B5EB5FA}" type="pres">
      <dgm:prSet presAssocID="{2CE5EF53-F960-4309-8E42-3AC0C33F5E39}" presName="sibTrans" presStyleCnt="0"/>
      <dgm:spPr/>
    </dgm:pt>
    <dgm:pt modelId="{E42998A6-CBBD-4A7C-A9CA-8EFE80686B59}" type="pres">
      <dgm:prSet presAssocID="{CCC80EDF-390B-423B-A33A-B8C7B4C54431}" presName="compNode" presStyleCnt="0"/>
      <dgm:spPr/>
    </dgm:pt>
    <dgm:pt modelId="{CD1EB92E-2914-4977-A6B1-03F67F6BECC2}" type="pres">
      <dgm:prSet presAssocID="{CCC80EDF-390B-423B-A33A-B8C7B4C54431}" presName="bgRect" presStyleLbl="bgShp" presStyleIdx="2" presStyleCnt="6"/>
      <dgm:spPr/>
    </dgm:pt>
    <dgm:pt modelId="{3A17B6CA-67EA-4337-AFFD-8844AABE4BA5}" type="pres">
      <dgm:prSet presAssocID="{CCC80EDF-390B-423B-A33A-B8C7B4C5443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E040539-320D-4BEC-9A2E-A56A5A42296E}" type="pres">
      <dgm:prSet presAssocID="{CCC80EDF-390B-423B-A33A-B8C7B4C54431}" presName="spaceRect" presStyleCnt="0"/>
      <dgm:spPr/>
    </dgm:pt>
    <dgm:pt modelId="{449DA910-9F01-4C82-8CF8-228BA05E55E0}" type="pres">
      <dgm:prSet presAssocID="{CCC80EDF-390B-423B-A33A-B8C7B4C54431}" presName="parTx" presStyleLbl="revTx" presStyleIdx="2" presStyleCnt="6">
        <dgm:presLayoutVars>
          <dgm:chMax val="0"/>
          <dgm:chPref val="0"/>
        </dgm:presLayoutVars>
      </dgm:prSet>
      <dgm:spPr/>
    </dgm:pt>
    <dgm:pt modelId="{B7E53625-4B64-4A78-8B58-70B2E424DB83}" type="pres">
      <dgm:prSet presAssocID="{1D522366-3964-483E-8B8A-91A4F3EE71EA}" presName="sibTrans" presStyleCnt="0"/>
      <dgm:spPr/>
    </dgm:pt>
    <dgm:pt modelId="{19C9C116-C3A2-4677-AEA9-012E1014D6BC}" type="pres">
      <dgm:prSet presAssocID="{64C65799-AD11-4125-84B7-EDC034660FE1}" presName="compNode" presStyleCnt="0"/>
      <dgm:spPr/>
    </dgm:pt>
    <dgm:pt modelId="{71BD8973-48F6-4CD2-ADCE-E7E1882AC9D0}" type="pres">
      <dgm:prSet presAssocID="{64C65799-AD11-4125-84B7-EDC034660FE1}" presName="bgRect" presStyleLbl="bgShp" presStyleIdx="3" presStyleCnt="6"/>
      <dgm:spPr/>
    </dgm:pt>
    <dgm:pt modelId="{04124C10-CE76-45A8-94EE-C64F241892F1}" type="pres">
      <dgm:prSet presAssocID="{64C65799-AD11-4125-84B7-EDC034660FE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713ECD4C-B171-4094-A475-3EA86CCB289F}" type="pres">
      <dgm:prSet presAssocID="{64C65799-AD11-4125-84B7-EDC034660FE1}" presName="spaceRect" presStyleCnt="0"/>
      <dgm:spPr/>
    </dgm:pt>
    <dgm:pt modelId="{2BB03C67-74F5-4A3E-902F-2673C4758C3B}" type="pres">
      <dgm:prSet presAssocID="{64C65799-AD11-4125-84B7-EDC034660FE1}" presName="parTx" presStyleLbl="revTx" presStyleIdx="3" presStyleCnt="6">
        <dgm:presLayoutVars>
          <dgm:chMax val="0"/>
          <dgm:chPref val="0"/>
        </dgm:presLayoutVars>
      </dgm:prSet>
      <dgm:spPr/>
    </dgm:pt>
    <dgm:pt modelId="{E7612EC3-F6D7-42CD-AA6E-A2058DDA6A2D}" type="pres">
      <dgm:prSet presAssocID="{8D791100-2E1C-436F-A32E-9D2C44DE5490}" presName="sibTrans" presStyleCnt="0"/>
      <dgm:spPr/>
    </dgm:pt>
    <dgm:pt modelId="{889CA54A-6159-423E-BAA6-BD4CAF1194DD}" type="pres">
      <dgm:prSet presAssocID="{DBBA031F-D2E5-4F1B-911C-46B448A1BC15}" presName="compNode" presStyleCnt="0"/>
      <dgm:spPr/>
    </dgm:pt>
    <dgm:pt modelId="{BCF28D12-611B-420D-B532-002C3EA8D748}" type="pres">
      <dgm:prSet presAssocID="{DBBA031F-D2E5-4F1B-911C-46B448A1BC15}" presName="bgRect" presStyleLbl="bgShp" presStyleIdx="4" presStyleCnt="6"/>
      <dgm:spPr/>
    </dgm:pt>
    <dgm:pt modelId="{784F5599-CFA6-4CF8-9812-465627D74FC3}" type="pres">
      <dgm:prSet presAssocID="{DBBA031F-D2E5-4F1B-911C-46B448A1BC1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C9DA6A0-969D-47EE-A53E-DE3214E6F7FF}" type="pres">
      <dgm:prSet presAssocID="{DBBA031F-D2E5-4F1B-911C-46B448A1BC15}" presName="spaceRect" presStyleCnt="0"/>
      <dgm:spPr/>
    </dgm:pt>
    <dgm:pt modelId="{5B804C76-B66B-41B7-8ED8-6D2A0288876F}" type="pres">
      <dgm:prSet presAssocID="{DBBA031F-D2E5-4F1B-911C-46B448A1BC15}" presName="parTx" presStyleLbl="revTx" presStyleIdx="4" presStyleCnt="6">
        <dgm:presLayoutVars>
          <dgm:chMax val="0"/>
          <dgm:chPref val="0"/>
        </dgm:presLayoutVars>
      </dgm:prSet>
      <dgm:spPr/>
    </dgm:pt>
    <dgm:pt modelId="{42CE1B6D-A19F-4C6B-BA2C-83423E75FF16}" type="pres">
      <dgm:prSet presAssocID="{62C13BB5-832E-453D-90FF-F5ADD67789B0}" presName="sibTrans" presStyleCnt="0"/>
      <dgm:spPr/>
    </dgm:pt>
    <dgm:pt modelId="{94DA3C38-2E2F-4497-80EA-EE1EAD8D2F04}" type="pres">
      <dgm:prSet presAssocID="{9273FCDE-0A35-47F9-A589-A2ED17ECF428}" presName="compNode" presStyleCnt="0"/>
      <dgm:spPr/>
    </dgm:pt>
    <dgm:pt modelId="{63A99C15-A757-40B8-924C-F890AA466C1D}" type="pres">
      <dgm:prSet presAssocID="{9273FCDE-0A35-47F9-A589-A2ED17ECF428}" presName="bgRect" presStyleLbl="bgShp" presStyleIdx="5" presStyleCnt="6"/>
      <dgm:spPr/>
    </dgm:pt>
    <dgm:pt modelId="{52D7206C-C5F1-45F2-AC19-F57F4FD865CC}" type="pres">
      <dgm:prSet presAssocID="{9273FCDE-0A35-47F9-A589-A2ED17ECF42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5FEF66D-BBB0-4523-BD92-44EFFEFB808C}" type="pres">
      <dgm:prSet presAssocID="{9273FCDE-0A35-47F9-A589-A2ED17ECF428}" presName="spaceRect" presStyleCnt="0"/>
      <dgm:spPr/>
    </dgm:pt>
    <dgm:pt modelId="{1D11DAC7-8F40-42CE-ABD6-6B81D94C3B26}" type="pres">
      <dgm:prSet presAssocID="{9273FCDE-0A35-47F9-A589-A2ED17ECF42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D0D570D-B33F-4086-8E5B-637D38666AFD}" type="presOf" srcId="{D2BCD68D-F72A-44FB-A546-0761AD907BDD}" destId="{84DD57AE-E4C5-4B12-9D90-68D1750E31A2}" srcOrd="0" destOrd="0" presId="urn:microsoft.com/office/officeart/2018/2/layout/IconVerticalSolidList"/>
    <dgm:cxn modelId="{6A012220-6161-4B65-B651-81BE2454662A}" srcId="{D2BCD68D-F72A-44FB-A546-0761AD907BDD}" destId="{CCC80EDF-390B-423B-A33A-B8C7B4C54431}" srcOrd="2" destOrd="0" parTransId="{76390E13-6B51-414E-8DC7-C38E19F65AC3}" sibTransId="{1D522366-3964-483E-8B8A-91A4F3EE71EA}"/>
    <dgm:cxn modelId="{F1472C32-98CC-4D24-88DE-9D4A71251EC2}" type="presOf" srcId="{9273FCDE-0A35-47F9-A589-A2ED17ECF428}" destId="{1D11DAC7-8F40-42CE-ABD6-6B81D94C3B26}" srcOrd="0" destOrd="0" presId="urn:microsoft.com/office/officeart/2018/2/layout/IconVerticalSolidList"/>
    <dgm:cxn modelId="{62CEAC61-AAB9-4957-9CB2-4F6E49EF04FF}" srcId="{D2BCD68D-F72A-44FB-A546-0761AD907BDD}" destId="{072E7D9C-05B2-4B96-B674-7822DE31E687}" srcOrd="0" destOrd="0" parTransId="{0EC44274-27BF-49ED-A1BA-E66FF958E0F1}" sibTransId="{8893705A-5F13-46D2-B61C-331638A6890D}"/>
    <dgm:cxn modelId="{C7F8E165-BFB2-43A4-AF30-73E9C7C14833}" type="presOf" srcId="{CCC80EDF-390B-423B-A33A-B8C7B4C54431}" destId="{449DA910-9F01-4C82-8CF8-228BA05E55E0}" srcOrd="0" destOrd="0" presId="urn:microsoft.com/office/officeart/2018/2/layout/IconVerticalSolidList"/>
    <dgm:cxn modelId="{5C96658A-1AFB-4BDB-9E4C-B8B49138B191}" srcId="{D2BCD68D-F72A-44FB-A546-0761AD907BDD}" destId="{64C65799-AD11-4125-84B7-EDC034660FE1}" srcOrd="3" destOrd="0" parTransId="{BAAB91F0-4376-4570-8300-53A48297D37B}" sibTransId="{8D791100-2E1C-436F-A32E-9D2C44DE5490}"/>
    <dgm:cxn modelId="{8ED1CC90-66EC-48EC-88C0-A0C281F607A2}" srcId="{D2BCD68D-F72A-44FB-A546-0761AD907BDD}" destId="{9273FCDE-0A35-47F9-A589-A2ED17ECF428}" srcOrd="5" destOrd="0" parTransId="{BA35C553-24A9-4AB5-9752-1054DBF67A12}" sibTransId="{EADAF5F6-23D6-4F9B-8D07-8662ABAC131C}"/>
    <dgm:cxn modelId="{411D8995-B663-4170-A36E-5B1AF7523F35}" type="presOf" srcId="{DF5B7B5C-35E3-4B93-BB25-5735364275DB}" destId="{7237643A-C2C9-491F-BBB3-B523CD3DB0EC}" srcOrd="0" destOrd="0" presId="urn:microsoft.com/office/officeart/2018/2/layout/IconVerticalSolidList"/>
    <dgm:cxn modelId="{74D4A39F-1A35-436A-A9D3-44EC59424199}" type="presOf" srcId="{DBBA031F-D2E5-4F1B-911C-46B448A1BC15}" destId="{5B804C76-B66B-41B7-8ED8-6D2A0288876F}" srcOrd="0" destOrd="0" presId="urn:microsoft.com/office/officeart/2018/2/layout/IconVerticalSolidList"/>
    <dgm:cxn modelId="{FCB49EB7-CBA1-407D-AFC3-E58A0051BCB4}" type="presOf" srcId="{072E7D9C-05B2-4B96-B674-7822DE31E687}" destId="{DB0D4A46-85E3-448C-BC6D-F0B01671FE69}" srcOrd="0" destOrd="0" presId="urn:microsoft.com/office/officeart/2018/2/layout/IconVerticalSolidList"/>
    <dgm:cxn modelId="{D459D1C7-5F9B-4139-9DCB-E77202E9CCA2}" type="presOf" srcId="{64C65799-AD11-4125-84B7-EDC034660FE1}" destId="{2BB03C67-74F5-4A3E-902F-2673C4758C3B}" srcOrd="0" destOrd="0" presId="urn:microsoft.com/office/officeart/2018/2/layout/IconVerticalSolidList"/>
    <dgm:cxn modelId="{6AF82BC9-86FA-4711-AF79-3B17714546D9}" srcId="{D2BCD68D-F72A-44FB-A546-0761AD907BDD}" destId="{DF5B7B5C-35E3-4B93-BB25-5735364275DB}" srcOrd="1" destOrd="0" parTransId="{D9D09F58-DBE6-4CAF-A33E-8E705E93B552}" sibTransId="{2CE5EF53-F960-4309-8E42-3AC0C33F5E39}"/>
    <dgm:cxn modelId="{F99209D7-423D-4FA5-9897-E02500E9BFC8}" srcId="{D2BCD68D-F72A-44FB-A546-0761AD907BDD}" destId="{DBBA031F-D2E5-4F1B-911C-46B448A1BC15}" srcOrd="4" destOrd="0" parTransId="{D7BB3DCF-1718-425D-B56C-FA9F3798EE9E}" sibTransId="{62C13BB5-832E-453D-90FF-F5ADD67789B0}"/>
    <dgm:cxn modelId="{972B186C-428C-487D-B8D4-F7368006A347}" type="presParOf" srcId="{84DD57AE-E4C5-4B12-9D90-68D1750E31A2}" destId="{423FBC7D-4508-4292-8041-8A1D25186AE7}" srcOrd="0" destOrd="0" presId="urn:microsoft.com/office/officeart/2018/2/layout/IconVerticalSolidList"/>
    <dgm:cxn modelId="{EAABFB40-6113-4FF6-AA70-0FF49F91FB51}" type="presParOf" srcId="{423FBC7D-4508-4292-8041-8A1D25186AE7}" destId="{5E9DE218-21A4-4CCF-AE82-D44E2E50A502}" srcOrd="0" destOrd="0" presId="urn:microsoft.com/office/officeart/2018/2/layout/IconVerticalSolidList"/>
    <dgm:cxn modelId="{49FF7C2C-EAD1-4562-9376-BF8A31671305}" type="presParOf" srcId="{423FBC7D-4508-4292-8041-8A1D25186AE7}" destId="{5441CAE5-CF58-4104-82BA-65755B9B5986}" srcOrd="1" destOrd="0" presId="urn:microsoft.com/office/officeart/2018/2/layout/IconVerticalSolidList"/>
    <dgm:cxn modelId="{CC7165CE-9011-4474-A72F-051144C70E60}" type="presParOf" srcId="{423FBC7D-4508-4292-8041-8A1D25186AE7}" destId="{675865CC-ECE0-47C5-808D-59AB26C36C43}" srcOrd="2" destOrd="0" presId="urn:microsoft.com/office/officeart/2018/2/layout/IconVerticalSolidList"/>
    <dgm:cxn modelId="{FD466E58-EDAD-4A48-B7D1-7C809071BA43}" type="presParOf" srcId="{423FBC7D-4508-4292-8041-8A1D25186AE7}" destId="{DB0D4A46-85E3-448C-BC6D-F0B01671FE69}" srcOrd="3" destOrd="0" presId="urn:microsoft.com/office/officeart/2018/2/layout/IconVerticalSolidList"/>
    <dgm:cxn modelId="{6927EAB5-12D2-4D54-94E7-2159CB5007CD}" type="presParOf" srcId="{84DD57AE-E4C5-4B12-9D90-68D1750E31A2}" destId="{93245020-3F96-4379-BA49-FA79A4BC00D3}" srcOrd="1" destOrd="0" presId="urn:microsoft.com/office/officeart/2018/2/layout/IconVerticalSolidList"/>
    <dgm:cxn modelId="{B14B8DBE-A793-4A85-A770-DA0FE4C4D21A}" type="presParOf" srcId="{84DD57AE-E4C5-4B12-9D90-68D1750E31A2}" destId="{A5B1E4DC-EA92-4710-A1F8-75B11E6DFCAC}" srcOrd="2" destOrd="0" presId="urn:microsoft.com/office/officeart/2018/2/layout/IconVerticalSolidList"/>
    <dgm:cxn modelId="{3B5D2DBC-D2EE-49E5-9CB9-0C50EE41378D}" type="presParOf" srcId="{A5B1E4DC-EA92-4710-A1F8-75B11E6DFCAC}" destId="{2753A0C4-B341-46EA-A650-1CCF0DC732E3}" srcOrd="0" destOrd="0" presId="urn:microsoft.com/office/officeart/2018/2/layout/IconVerticalSolidList"/>
    <dgm:cxn modelId="{5A0CFDE6-41FE-4A68-8E66-9CAD0EB1B93C}" type="presParOf" srcId="{A5B1E4DC-EA92-4710-A1F8-75B11E6DFCAC}" destId="{5CA204B6-3ED1-438E-9E0F-A652446502F2}" srcOrd="1" destOrd="0" presId="urn:microsoft.com/office/officeart/2018/2/layout/IconVerticalSolidList"/>
    <dgm:cxn modelId="{1C7D542B-AA1B-4196-813D-8EF7A4A8236B}" type="presParOf" srcId="{A5B1E4DC-EA92-4710-A1F8-75B11E6DFCAC}" destId="{4E68EA3D-BB55-4C6E-ACBA-43B7FAAC4545}" srcOrd="2" destOrd="0" presId="urn:microsoft.com/office/officeart/2018/2/layout/IconVerticalSolidList"/>
    <dgm:cxn modelId="{89EDD5ED-80BB-40E5-9639-7F52D99EE916}" type="presParOf" srcId="{A5B1E4DC-EA92-4710-A1F8-75B11E6DFCAC}" destId="{7237643A-C2C9-491F-BBB3-B523CD3DB0EC}" srcOrd="3" destOrd="0" presId="urn:microsoft.com/office/officeart/2018/2/layout/IconVerticalSolidList"/>
    <dgm:cxn modelId="{878DB870-A55E-47E9-8644-0CBA2CECAFB9}" type="presParOf" srcId="{84DD57AE-E4C5-4B12-9D90-68D1750E31A2}" destId="{8D17D82C-1812-4D36-9641-86DC5B5EB5FA}" srcOrd="3" destOrd="0" presId="urn:microsoft.com/office/officeart/2018/2/layout/IconVerticalSolidList"/>
    <dgm:cxn modelId="{AB275A84-17E6-4524-8F80-26F01B02DC19}" type="presParOf" srcId="{84DD57AE-E4C5-4B12-9D90-68D1750E31A2}" destId="{E42998A6-CBBD-4A7C-A9CA-8EFE80686B59}" srcOrd="4" destOrd="0" presId="urn:microsoft.com/office/officeart/2018/2/layout/IconVerticalSolidList"/>
    <dgm:cxn modelId="{BFBE0889-D9BB-42B0-90E8-3E23A31E8702}" type="presParOf" srcId="{E42998A6-CBBD-4A7C-A9CA-8EFE80686B59}" destId="{CD1EB92E-2914-4977-A6B1-03F67F6BECC2}" srcOrd="0" destOrd="0" presId="urn:microsoft.com/office/officeart/2018/2/layout/IconVerticalSolidList"/>
    <dgm:cxn modelId="{1A53E3A1-5534-4211-B43B-4762491ADA5D}" type="presParOf" srcId="{E42998A6-CBBD-4A7C-A9CA-8EFE80686B59}" destId="{3A17B6CA-67EA-4337-AFFD-8844AABE4BA5}" srcOrd="1" destOrd="0" presId="urn:microsoft.com/office/officeart/2018/2/layout/IconVerticalSolidList"/>
    <dgm:cxn modelId="{A2A73F4C-77BC-494A-831C-F287C4F8B6F5}" type="presParOf" srcId="{E42998A6-CBBD-4A7C-A9CA-8EFE80686B59}" destId="{8E040539-320D-4BEC-9A2E-A56A5A42296E}" srcOrd="2" destOrd="0" presId="urn:microsoft.com/office/officeart/2018/2/layout/IconVerticalSolidList"/>
    <dgm:cxn modelId="{4EE585C3-4B92-4CB1-828F-02385AA0328F}" type="presParOf" srcId="{E42998A6-CBBD-4A7C-A9CA-8EFE80686B59}" destId="{449DA910-9F01-4C82-8CF8-228BA05E55E0}" srcOrd="3" destOrd="0" presId="urn:microsoft.com/office/officeart/2018/2/layout/IconVerticalSolidList"/>
    <dgm:cxn modelId="{EEA1CC3C-F013-460A-BB4D-7A7983A9C55A}" type="presParOf" srcId="{84DD57AE-E4C5-4B12-9D90-68D1750E31A2}" destId="{B7E53625-4B64-4A78-8B58-70B2E424DB83}" srcOrd="5" destOrd="0" presId="urn:microsoft.com/office/officeart/2018/2/layout/IconVerticalSolidList"/>
    <dgm:cxn modelId="{69C7307D-62D1-47C7-8C2E-88742E3F1310}" type="presParOf" srcId="{84DD57AE-E4C5-4B12-9D90-68D1750E31A2}" destId="{19C9C116-C3A2-4677-AEA9-012E1014D6BC}" srcOrd="6" destOrd="0" presId="urn:microsoft.com/office/officeart/2018/2/layout/IconVerticalSolidList"/>
    <dgm:cxn modelId="{6D3F3FE7-8D62-4F9B-9C22-21FC1A26260E}" type="presParOf" srcId="{19C9C116-C3A2-4677-AEA9-012E1014D6BC}" destId="{71BD8973-48F6-4CD2-ADCE-E7E1882AC9D0}" srcOrd="0" destOrd="0" presId="urn:microsoft.com/office/officeart/2018/2/layout/IconVerticalSolidList"/>
    <dgm:cxn modelId="{B2F162EB-0C60-4628-B01B-BE6717257C95}" type="presParOf" srcId="{19C9C116-C3A2-4677-AEA9-012E1014D6BC}" destId="{04124C10-CE76-45A8-94EE-C64F241892F1}" srcOrd="1" destOrd="0" presId="urn:microsoft.com/office/officeart/2018/2/layout/IconVerticalSolidList"/>
    <dgm:cxn modelId="{C413B1E1-D0C4-44B5-87C1-C47FFAC729F4}" type="presParOf" srcId="{19C9C116-C3A2-4677-AEA9-012E1014D6BC}" destId="{713ECD4C-B171-4094-A475-3EA86CCB289F}" srcOrd="2" destOrd="0" presId="urn:microsoft.com/office/officeart/2018/2/layout/IconVerticalSolidList"/>
    <dgm:cxn modelId="{B6300DFE-3985-495C-9119-27CD93A8570B}" type="presParOf" srcId="{19C9C116-C3A2-4677-AEA9-012E1014D6BC}" destId="{2BB03C67-74F5-4A3E-902F-2673C4758C3B}" srcOrd="3" destOrd="0" presId="urn:microsoft.com/office/officeart/2018/2/layout/IconVerticalSolidList"/>
    <dgm:cxn modelId="{839B1EB3-EDF1-4D2D-85A4-9C75A58D75C7}" type="presParOf" srcId="{84DD57AE-E4C5-4B12-9D90-68D1750E31A2}" destId="{E7612EC3-F6D7-42CD-AA6E-A2058DDA6A2D}" srcOrd="7" destOrd="0" presId="urn:microsoft.com/office/officeart/2018/2/layout/IconVerticalSolidList"/>
    <dgm:cxn modelId="{A0630C25-0E9B-49E4-B15E-C1DA72335AC0}" type="presParOf" srcId="{84DD57AE-E4C5-4B12-9D90-68D1750E31A2}" destId="{889CA54A-6159-423E-BAA6-BD4CAF1194DD}" srcOrd="8" destOrd="0" presId="urn:microsoft.com/office/officeart/2018/2/layout/IconVerticalSolidList"/>
    <dgm:cxn modelId="{1686923E-85DE-45DC-8BA3-27EF78B222AE}" type="presParOf" srcId="{889CA54A-6159-423E-BAA6-BD4CAF1194DD}" destId="{BCF28D12-611B-420D-B532-002C3EA8D748}" srcOrd="0" destOrd="0" presId="urn:microsoft.com/office/officeart/2018/2/layout/IconVerticalSolidList"/>
    <dgm:cxn modelId="{CB00E415-E172-41BF-9575-3889C959D6F9}" type="presParOf" srcId="{889CA54A-6159-423E-BAA6-BD4CAF1194DD}" destId="{784F5599-CFA6-4CF8-9812-465627D74FC3}" srcOrd="1" destOrd="0" presId="urn:microsoft.com/office/officeart/2018/2/layout/IconVerticalSolidList"/>
    <dgm:cxn modelId="{24F32976-6F85-4DB1-ACE8-25DC76122284}" type="presParOf" srcId="{889CA54A-6159-423E-BAA6-BD4CAF1194DD}" destId="{3C9DA6A0-969D-47EE-A53E-DE3214E6F7FF}" srcOrd="2" destOrd="0" presId="urn:microsoft.com/office/officeart/2018/2/layout/IconVerticalSolidList"/>
    <dgm:cxn modelId="{994F578B-A14C-46AE-A8EA-2BF0119A2F6B}" type="presParOf" srcId="{889CA54A-6159-423E-BAA6-BD4CAF1194DD}" destId="{5B804C76-B66B-41B7-8ED8-6D2A0288876F}" srcOrd="3" destOrd="0" presId="urn:microsoft.com/office/officeart/2018/2/layout/IconVerticalSolidList"/>
    <dgm:cxn modelId="{C9787000-439B-4060-B66D-1E4B900002D7}" type="presParOf" srcId="{84DD57AE-E4C5-4B12-9D90-68D1750E31A2}" destId="{42CE1B6D-A19F-4C6B-BA2C-83423E75FF16}" srcOrd="9" destOrd="0" presId="urn:microsoft.com/office/officeart/2018/2/layout/IconVerticalSolidList"/>
    <dgm:cxn modelId="{C36A760C-C0FA-417C-A1FD-FE28431BFF27}" type="presParOf" srcId="{84DD57AE-E4C5-4B12-9D90-68D1750E31A2}" destId="{94DA3C38-2E2F-4497-80EA-EE1EAD8D2F04}" srcOrd="10" destOrd="0" presId="urn:microsoft.com/office/officeart/2018/2/layout/IconVerticalSolidList"/>
    <dgm:cxn modelId="{E3082F98-0F54-4F94-B5B7-61C4597F21FB}" type="presParOf" srcId="{94DA3C38-2E2F-4497-80EA-EE1EAD8D2F04}" destId="{63A99C15-A757-40B8-924C-F890AA466C1D}" srcOrd="0" destOrd="0" presId="urn:microsoft.com/office/officeart/2018/2/layout/IconVerticalSolidList"/>
    <dgm:cxn modelId="{45CC576D-A68A-4D25-A7A3-F52A592DF462}" type="presParOf" srcId="{94DA3C38-2E2F-4497-80EA-EE1EAD8D2F04}" destId="{52D7206C-C5F1-45F2-AC19-F57F4FD865CC}" srcOrd="1" destOrd="0" presId="urn:microsoft.com/office/officeart/2018/2/layout/IconVerticalSolidList"/>
    <dgm:cxn modelId="{C4F7F1CF-422A-4341-89E0-8D77067C684E}" type="presParOf" srcId="{94DA3C38-2E2F-4497-80EA-EE1EAD8D2F04}" destId="{E5FEF66D-BBB0-4523-BD92-44EFFEFB808C}" srcOrd="2" destOrd="0" presId="urn:microsoft.com/office/officeart/2018/2/layout/IconVerticalSolidList"/>
    <dgm:cxn modelId="{46F5AAAB-51D5-4BCF-AF89-4A5F583AEC28}" type="presParOf" srcId="{94DA3C38-2E2F-4497-80EA-EE1EAD8D2F04}" destId="{1D11DAC7-8F40-42CE-ABD6-6B81D94C3B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73D77A-FB31-45C8-BCA9-88B87EFBE82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2839DCE-FF86-4BCF-9855-BBC6F8F82123}">
      <dgm:prSet/>
      <dgm:spPr/>
      <dgm:t>
        <a:bodyPr/>
        <a:lstStyle/>
        <a:p>
          <a:r>
            <a:rPr lang="en-US"/>
            <a:t>• ER-Diagram</a:t>
          </a:r>
        </a:p>
      </dgm:t>
    </dgm:pt>
    <dgm:pt modelId="{87D4FFC9-AA63-4FE3-89C9-45D3E3555559}" type="parTrans" cxnId="{6CF7B5ED-04A5-404E-8F52-02C9594A9784}">
      <dgm:prSet/>
      <dgm:spPr/>
      <dgm:t>
        <a:bodyPr/>
        <a:lstStyle/>
        <a:p>
          <a:endParaRPr lang="en-US"/>
        </a:p>
      </dgm:t>
    </dgm:pt>
    <dgm:pt modelId="{003DC8A3-D5C8-4ADA-B86A-1B768D40C567}" type="sibTrans" cxnId="{6CF7B5ED-04A5-404E-8F52-02C9594A9784}">
      <dgm:prSet/>
      <dgm:spPr/>
      <dgm:t>
        <a:bodyPr/>
        <a:lstStyle/>
        <a:p>
          <a:endParaRPr lang="en-US"/>
        </a:p>
      </dgm:t>
    </dgm:pt>
    <dgm:pt modelId="{189CD9F0-BEAD-4CA8-970B-D4DEB710AC15}">
      <dgm:prSet/>
      <dgm:spPr/>
      <dgm:t>
        <a:bodyPr/>
        <a:lstStyle/>
        <a:p>
          <a:r>
            <a:rPr lang="en-US"/>
            <a:t>• Relational Schema</a:t>
          </a:r>
        </a:p>
      </dgm:t>
    </dgm:pt>
    <dgm:pt modelId="{44787741-0F1B-45CA-B9CE-27AA7AECE136}" type="parTrans" cxnId="{D5ABC43B-D530-4247-83D5-19C1D862AE55}">
      <dgm:prSet/>
      <dgm:spPr/>
      <dgm:t>
        <a:bodyPr/>
        <a:lstStyle/>
        <a:p>
          <a:endParaRPr lang="en-US"/>
        </a:p>
      </dgm:t>
    </dgm:pt>
    <dgm:pt modelId="{E8E1FD5E-2002-48C7-9B67-439963F70003}" type="sibTrans" cxnId="{D5ABC43B-D530-4247-83D5-19C1D862AE55}">
      <dgm:prSet/>
      <dgm:spPr/>
      <dgm:t>
        <a:bodyPr/>
        <a:lstStyle/>
        <a:p>
          <a:endParaRPr lang="en-US"/>
        </a:p>
      </dgm:t>
    </dgm:pt>
    <dgm:pt modelId="{D8C1A298-A4E5-4521-A771-3679BCC1E2DC}">
      <dgm:prSet/>
      <dgm:spPr/>
      <dgm:t>
        <a:bodyPr/>
        <a:lstStyle/>
        <a:p>
          <a:r>
            <a:rPr lang="en-US"/>
            <a:t>• User Interface</a:t>
          </a:r>
        </a:p>
      </dgm:t>
    </dgm:pt>
    <dgm:pt modelId="{5274A879-6BA8-4DA5-AA73-2BE5AFE5BBF8}" type="parTrans" cxnId="{FAC2CDEB-FA12-47AD-BB9F-45B0C32315BB}">
      <dgm:prSet/>
      <dgm:spPr/>
      <dgm:t>
        <a:bodyPr/>
        <a:lstStyle/>
        <a:p>
          <a:endParaRPr lang="en-US"/>
        </a:p>
      </dgm:t>
    </dgm:pt>
    <dgm:pt modelId="{32EED3D3-3F0F-446C-9370-6DDC24F902A9}" type="sibTrans" cxnId="{FAC2CDEB-FA12-47AD-BB9F-45B0C32315BB}">
      <dgm:prSet/>
      <dgm:spPr/>
      <dgm:t>
        <a:bodyPr/>
        <a:lstStyle/>
        <a:p>
          <a:endParaRPr lang="en-US"/>
        </a:p>
      </dgm:t>
    </dgm:pt>
    <dgm:pt modelId="{8E151BEC-47E5-4FC4-B389-9ABE6795EC6E}">
      <dgm:prSet/>
      <dgm:spPr/>
      <dgm:t>
        <a:bodyPr/>
        <a:lstStyle/>
        <a:p>
          <a:r>
            <a:rPr lang="en-US"/>
            <a:t>• Forms &amp; Reports</a:t>
          </a:r>
        </a:p>
      </dgm:t>
    </dgm:pt>
    <dgm:pt modelId="{3CFD4EC1-8E7F-48A2-B1FD-7237AA2D6C5B}" type="parTrans" cxnId="{DEF3D1AC-31FD-4E13-8727-B501E3E0260A}">
      <dgm:prSet/>
      <dgm:spPr/>
      <dgm:t>
        <a:bodyPr/>
        <a:lstStyle/>
        <a:p>
          <a:endParaRPr lang="en-US"/>
        </a:p>
      </dgm:t>
    </dgm:pt>
    <dgm:pt modelId="{16AD6D75-8443-471E-B7C3-ECD1E8012216}" type="sibTrans" cxnId="{DEF3D1AC-31FD-4E13-8727-B501E3E0260A}">
      <dgm:prSet/>
      <dgm:spPr/>
      <dgm:t>
        <a:bodyPr/>
        <a:lstStyle/>
        <a:p>
          <a:endParaRPr lang="en-US"/>
        </a:p>
      </dgm:t>
    </dgm:pt>
    <dgm:pt modelId="{AB63AE95-6D41-40AD-8233-A9C546F56DD9}" type="pres">
      <dgm:prSet presAssocID="{9973D77A-FB31-45C8-BCA9-88B87EFBE824}" presName="linear" presStyleCnt="0">
        <dgm:presLayoutVars>
          <dgm:dir/>
          <dgm:animLvl val="lvl"/>
          <dgm:resizeHandles val="exact"/>
        </dgm:presLayoutVars>
      </dgm:prSet>
      <dgm:spPr/>
    </dgm:pt>
    <dgm:pt modelId="{977FF365-5804-4535-9F54-73B29C947B19}" type="pres">
      <dgm:prSet presAssocID="{62839DCE-FF86-4BCF-9855-BBC6F8F82123}" presName="parentLin" presStyleCnt="0"/>
      <dgm:spPr/>
    </dgm:pt>
    <dgm:pt modelId="{61855506-F59E-4BB2-B196-47F08C8F972A}" type="pres">
      <dgm:prSet presAssocID="{62839DCE-FF86-4BCF-9855-BBC6F8F82123}" presName="parentLeftMargin" presStyleLbl="node1" presStyleIdx="0" presStyleCnt="4"/>
      <dgm:spPr/>
    </dgm:pt>
    <dgm:pt modelId="{E66419DE-2D63-4160-9E46-257AB36DAA64}" type="pres">
      <dgm:prSet presAssocID="{62839DCE-FF86-4BCF-9855-BBC6F8F821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691E996-DFCE-4D4F-ABAB-A5D92BB46F56}" type="pres">
      <dgm:prSet presAssocID="{62839DCE-FF86-4BCF-9855-BBC6F8F82123}" presName="negativeSpace" presStyleCnt="0"/>
      <dgm:spPr/>
    </dgm:pt>
    <dgm:pt modelId="{03E07EDE-C9C2-4D0A-A503-814DFDB5DE5F}" type="pres">
      <dgm:prSet presAssocID="{62839DCE-FF86-4BCF-9855-BBC6F8F82123}" presName="childText" presStyleLbl="conFgAcc1" presStyleIdx="0" presStyleCnt="4">
        <dgm:presLayoutVars>
          <dgm:bulletEnabled val="1"/>
        </dgm:presLayoutVars>
      </dgm:prSet>
      <dgm:spPr/>
    </dgm:pt>
    <dgm:pt modelId="{46BB0E79-47FE-4D28-8021-A1AF278D8248}" type="pres">
      <dgm:prSet presAssocID="{003DC8A3-D5C8-4ADA-B86A-1B768D40C567}" presName="spaceBetweenRectangles" presStyleCnt="0"/>
      <dgm:spPr/>
    </dgm:pt>
    <dgm:pt modelId="{5F5CF516-2114-4FD7-BEB1-D226C14D1834}" type="pres">
      <dgm:prSet presAssocID="{189CD9F0-BEAD-4CA8-970B-D4DEB710AC15}" presName="parentLin" presStyleCnt="0"/>
      <dgm:spPr/>
    </dgm:pt>
    <dgm:pt modelId="{1A990955-1C4E-4D1D-80BE-C40ABBA212C2}" type="pres">
      <dgm:prSet presAssocID="{189CD9F0-BEAD-4CA8-970B-D4DEB710AC15}" presName="parentLeftMargin" presStyleLbl="node1" presStyleIdx="0" presStyleCnt="4"/>
      <dgm:spPr/>
    </dgm:pt>
    <dgm:pt modelId="{0103FBBE-DCDB-40DC-A486-7A5D6ADEF69D}" type="pres">
      <dgm:prSet presAssocID="{189CD9F0-BEAD-4CA8-970B-D4DEB710AC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21589C3-A150-42D3-B70C-C1AA23A0316B}" type="pres">
      <dgm:prSet presAssocID="{189CD9F0-BEAD-4CA8-970B-D4DEB710AC15}" presName="negativeSpace" presStyleCnt="0"/>
      <dgm:spPr/>
    </dgm:pt>
    <dgm:pt modelId="{173F226F-D77D-4D77-BE07-BACEC21D12A9}" type="pres">
      <dgm:prSet presAssocID="{189CD9F0-BEAD-4CA8-970B-D4DEB710AC15}" presName="childText" presStyleLbl="conFgAcc1" presStyleIdx="1" presStyleCnt="4">
        <dgm:presLayoutVars>
          <dgm:bulletEnabled val="1"/>
        </dgm:presLayoutVars>
      </dgm:prSet>
      <dgm:spPr/>
    </dgm:pt>
    <dgm:pt modelId="{4D279908-7CD0-4136-B215-EF1EB737FB48}" type="pres">
      <dgm:prSet presAssocID="{E8E1FD5E-2002-48C7-9B67-439963F70003}" presName="spaceBetweenRectangles" presStyleCnt="0"/>
      <dgm:spPr/>
    </dgm:pt>
    <dgm:pt modelId="{8E221FA9-51F5-446A-8738-00B201E17BB1}" type="pres">
      <dgm:prSet presAssocID="{D8C1A298-A4E5-4521-A771-3679BCC1E2DC}" presName="parentLin" presStyleCnt="0"/>
      <dgm:spPr/>
    </dgm:pt>
    <dgm:pt modelId="{F4D52BF5-6579-44ED-A548-2A42A7BDE4C2}" type="pres">
      <dgm:prSet presAssocID="{D8C1A298-A4E5-4521-A771-3679BCC1E2DC}" presName="parentLeftMargin" presStyleLbl="node1" presStyleIdx="1" presStyleCnt="4"/>
      <dgm:spPr/>
    </dgm:pt>
    <dgm:pt modelId="{A713B7C5-188C-4461-81BF-EE1E3CE873D2}" type="pres">
      <dgm:prSet presAssocID="{D8C1A298-A4E5-4521-A771-3679BCC1E2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6AA5111-3B44-4E16-ADA7-C4680B9DBF47}" type="pres">
      <dgm:prSet presAssocID="{D8C1A298-A4E5-4521-A771-3679BCC1E2DC}" presName="negativeSpace" presStyleCnt="0"/>
      <dgm:spPr/>
    </dgm:pt>
    <dgm:pt modelId="{0FABE42C-2A65-4203-AA06-29DD63BB2814}" type="pres">
      <dgm:prSet presAssocID="{D8C1A298-A4E5-4521-A771-3679BCC1E2DC}" presName="childText" presStyleLbl="conFgAcc1" presStyleIdx="2" presStyleCnt="4">
        <dgm:presLayoutVars>
          <dgm:bulletEnabled val="1"/>
        </dgm:presLayoutVars>
      </dgm:prSet>
      <dgm:spPr/>
    </dgm:pt>
    <dgm:pt modelId="{43B6193E-987D-416F-8D78-241E38F7C425}" type="pres">
      <dgm:prSet presAssocID="{32EED3D3-3F0F-446C-9370-6DDC24F902A9}" presName="spaceBetweenRectangles" presStyleCnt="0"/>
      <dgm:spPr/>
    </dgm:pt>
    <dgm:pt modelId="{E5DD3734-1850-4038-B517-2582BE207FD6}" type="pres">
      <dgm:prSet presAssocID="{8E151BEC-47E5-4FC4-B389-9ABE6795EC6E}" presName="parentLin" presStyleCnt="0"/>
      <dgm:spPr/>
    </dgm:pt>
    <dgm:pt modelId="{1B68F5D0-419E-46A2-9E2D-57CA1635C397}" type="pres">
      <dgm:prSet presAssocID="{8E151BEC-47E5-4FC4-B389-9ABE6795EC6E}" presName="parentLeftMargin" presStyleLbl="node1" presStyleIdx="2" presStyleCnt="4"/>
      <dgm:spPr/>
    </dgm:pt>
    <dgm:pt modelId="{4AE864EE-1F3F-4308-A466-E217B156B1C7}" type="pres">
      <dgm:prSet presAssocID="{8E151BEC-47E5-4FC4-B389-9ABE6795EC6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9B8489A-4BEC-47D3-B9E4-D1A9E84CD063}" type="pres">
      <dgm:prSet presAssocID="{8E151BEC-47E5-4FC4-B389-9ABE6795EC6E}" presName="negativeSpace" presStyleCnt="0"/>
      <dgm:spPr/>
    </dgm:pt>
    <dgm:pt modelId="{DFDFB529-FD30-4B0F-91AF-9BDD1697E35E}" type="pres">
      <dgm:prSet presAssocID="{8E151BEC-47E5-4FC4-B389-9ABE6795EC6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672140B-A91B-420E-ABB9-54ED5DDA2EAB}" type="presOf" srcId="{62839DCE-FF86-4BCF-9855-BBC6F8F82123}" destId="{61855506-F59E-4BB2-B196-47F08C8F972A}" srcOrd="0" destOrd="0" presId="urn:microsoft.com/office/officeart/2005/8/layout/list1"/>
    <dgm:cxn modelId="{53D9C51C-9E82-4BEB-B502-12B37589FE0B}" type="presOf" srcId="{D8C1A298-A4E5-4521-A771-3679BCC1E2DC}" destId="{A713B7C5-188C-4461-81BF-EE1E3CE873D2}" srcOrd="1" destOrd="0" presId="urn:microsoft.com/office/officeart/2005/8/layout/list1"/>
    <dgm:cxn modelId="{D5ABC43B-D530-4247-83D5-19C1D862AE55}" srcId="{9973D77A-FB31-45C8-BCA9-88B87EFBE824}" destId="{189CD9F0-BEAD-4CA8-970B-D4DEB710AC15}" srcOrd="1" destOrd="0" parTransId="{44787741-0F1B-45CA-B9CE-27AA7AECE136}" sibTransId="{E8E1FD5E-2002-48C7-9B67-439963F70003}"/>
    <dgm:cxn modelId="{2B91D38A-2AB6-4C32-8766-68CDAB32F179}" type="presOf" srcId="{189CD9F0-BEAD-4CA8-970B-D4DEB710AC15}" destId="{0103FBBE-DCDB-40DC-A486-7A5D6ADEF69D}" srcOrd="1" destOrd="0" presId="urn:microsoft.com/office/officeart/2005/8/layout/list1"/>
    <dgm:cxn modelId="{B5207494-F79F-47CC-96AC-B1C304014A42}" type="presOf" srcId="{9973D77A-FB31-45C8-BCA9-88B87EFBE824}" destId="{AB63AE95-6D41-40AD-8233-A9C546F56DD9}" srcOrd="0" destOrd="0" presId="urn:microsoft.com/office/officeart/2005/8/layout/list1"/>
    <dgm:cxn modelId="{76286F9E-9890-4E79-9302-97859EA0DAFE}" type="presOf" srcId="{D8C1A298-A4E5-4521-A771-3679BCC1E2DC}" destId="{F4D52BF5-6579-44ED-A548-2A42A7BDE4C2}" srcOrd="0" destOrd="0" presId="urn:microsoft.com/office/officeart/2005/8/layout/list1"/>
    <dgm:cxn modelId="{D7521CA2-F2FA-4A62-B703-8DDA5A287F0C}" type="presOf" srcId="{62839DCE-FF86-4BCF-9855-BBC6F8F82123}" destId="{E66419DE-2D63-4160-9E46-257AB36DAA64}" srcOrd="1" destOrd="0" presId="urn:microsoft.com/office/officeart/2005/8/layout/list1"/>
    <dgm:cxn modelId="{DEF3D1AC-31FD-4E13-8727-B501E3E0260A}" srcId="{9973D77A-FB31-45C8-BCA9-88B87EFBE824}" destId="{8E151BEC-47E5-4FC4-B389-9ABE6795EC6E}" srcOrd="3" destOrd="0" parTransId="{3CFD4EC1-8E7F-48A2-B1FD-7237AA2D6C5B}" sibTransId="{16AD6D75-8443-471E-B7C3-ECD1E8012216}"/>
    <dgm:cxn modelId="{6542BDCF-ECBF-492E-B916-15A28626E4FB}" type="presOf" srcId="{8E151BEC-47E5-4FC4-B389-9ABE6795EC6E}" destId="{1B68F5D0-419E-46A2-9E2D-57CA1635C397}" srcOrd="0" destOrd="0" presId="urn:microsoft.com/office/officeart/2005/8/layout/list1"/>
    <dgm:cxn modelId="{767D28D3-F5A6-4098-8B0F-511128970365}" type="presOf" srcId="{8E151BEC-47E5-4FC4-B389-9ABE6795EC6E}" destId="{4AE864EE-1F3F-4308-A466-E217B156B1C7}" srcOrd="1" destOrd="0" presId="urn:microsoft.com/office/officeart/2005/8/layout/list1"/>
    <dgm:cxn modelId="{FAC2CDEB-FA12-47AD-BB9F-45B0C32315BB}" srcId="{9973D77A-FB31-45C8-BCA9-88B87EFBE824}" destId="{D8C1A298-A4E5-4521-A771-3679BCC1E2DC}" srcOrd="2" destOrd="0" parTransId="{5274A879-6BA8-4DA5-AA73-2BE5AFE5BBF8}" sibTransId="{32EED3D3-3F0F-446C-9370-6DDC24F902A9}"/>
    <dgm:cxn modelId="{6CF7B5ED-04A5-404E-8F52-02C9594A9784}" srcId="{9973D77A-FB31-45C8-BCA9-88B87EFBE824}" destId="{62839DCE-FF86-4BCF-9855-BBC6F8F82123}" srcOrd="0" destOrd="0" parTransId="{87D4FFC9-AA63-4FE3-89C9-45D3E3555559}" sibTransId="{003DC8A3-D5C8-4ADA-B86A-1B768D40C567}"/>
    <dgm:cxn modelId="{9EDBE4F6-D4A0-4F28-9061-15A8FBB5081A}" type="presOf" srcId="{189CD9F0-BEAD-4CA8-970B-D4DEB710AC15}" destId="{1A990955-1C4E-4D1D-80BE-C40ABBA212C2}" srcOrd="0" destOrd="0" presId="urn:microsoft.com/office/officeart/2005/8/layout/list1"/>
    <dgm:cxn modelId="{96A0B44F-5F29-403C-A990-FCAF399369D5}" type="presParOf" srcId="{AB63AE95-6D41-40AD-8233-A9C546F56DD9}" destId="{977FF365-5804-4535-9F54-73B29C947B19}" srcOrd="0" destOrd="0" presId="urn:microsoft.com/office/officeart/2005/8/layout/list1"/>
    <dgm:cxn modelId="{462D1A32-47EB-484C-9B13-990C271E338B}" type="presParOf" srcId="{977FF365-5804-4535-9F54-73B29C947B19}" destId="{61855506-F59E-4BB2-B196-47F08C8F972A}" srcOrd="0" destOrd="0" presId="urn:microsoft.com/office/officeart/2005/8/layout/list1"/>
    <dgm:cxn modelId="{34DB15FB-536F-466A-B014-9F814B38C86A}" type="presParOf" srcId="{977FF365-5804-4535-9F54-73B29C947B19}" destId="{E66419DE-2D63-4160-9E46-257AB36DAA64}" srcOrd="1" destOrd="0" presId="urn:microsoft.com/office/officeart/2005/8/layout/list1"/>
    <dgm:cxn modelId="{3A1B3388-DBB6-4A6B-8279-A6C2E1D35650}" type="presParOf" srcId="{AB63AE95-6D41-40AD-8233-A9C546F56DD9}" destId="{3691E996-DFCE-4D4F-ABAB-A5D92BB46F56}" srcOrd="1" destOrd="0" presId="urn:microsoft.com/office/officeart/2005/8/layout/list1"/>
    <dgm:cxn modelId="{1F2B2406-858C-44DC-ADBF-98D8FC025616}" type="presParOf" srcId="{AB63AE95-6D41-40AD-8233-A9C546F56DD9}" destId="{03E07EDE-C9C2-4D0A-A503-814DFDB5DE5F}" srcOrd="2" destOrd="0" presId="urn:microsoft.com/office/officeart/2005/8/layout/list1"/>
    <dgm:cxn modelId="{585DB2B3-B086-4B05-8D60-B4E03ACEBD08}" type="presParOf" srcId="{AB63AE95-6D41-40AD-8233-A9C546F56DD9}" destId="{46BB0E79-47FE-4D28-8021-A1AF278D8248}" srcOrd="3" destOrd="0" presId="urn:microsoft.com/office/officeart/2005/8/layout/list1"/>
    <dgm:cxn modelId="{C445BA71-18DF-4DB0-80B6-EA5545428273}" type="presParOf" srcId="{AB63AE95-6D41-40AD-8233-A9C546F56DD9}" destId="{5F5CF516-2114-4FD7-BEB1-D226C14D1834}" srcOrd="4" destOrd="0" presId="urn:microsoft.com/office/officeart/2005/8/layout/list1"/>
    <dgm:cxn modelId="{B240792A-93DE-4587-8FF9-FADCCFAA1995}" type="presParOf" srcId="{5F5CF516-2114-4FD7-BEB1-D226C14D1834}" destId="{1A990955-1C4E-4D1D-80BE-C40ABBA212C2}" srcOrd="0" destOrd="0" presId="urn:microsoft.com/office/officeart/2005/8/layout/list1"/>
    <dgm:cxn modelId="{6309E027-85BB-44A5-9E53-2A34619930C4}" type="presParOf" srcId="{5F5CF516-2114-4FD7-BEB1-D226C14D1834}" destId="{0103FBBE-DCDB-40DC-A486-7A5D6ADEF69D}" srcOrd="1" destOrd="0" presId="urn:microsoft.com/office/officeart/2005/8/layout/list1"/>
    <dgm:cxn modelId="{FEF9A64A-BCC1-4387-B97D-9A2B98DCF661}" type="presParOf" srcId="{AB63AE95-6D41-40AD-8233-A9C546F56DD9}" destId="{421589C3-A150-42D3-B70C-C1AA23A0316B}" srcOrd="5" destOrd="0" presId="urn:microsoft.com/office/officeart/2005/8/layout/list1"/>
    <dgm:cxn modelId="{542ED7EE-1C96-452F-A08A-CDFA421319F0}" type="presParOf" srcId="{AB63AE95-6D41-40AD-8233-A9C546F56DD9}" destId="{173F226F-D77D-4D77-BE07-BACEC21D12A9}" srcOrd="6" destOrd="0" presId="urn:microsoft.com/office/officeart/2005/8/layout/list1"/>
    <dgm:cxn modelId="{9106BBED-043A-4FE8-AA98-9E5B493EF6E5}" type="presParOf" srcId="{AB63AE95-6D41-40AD-8233-A9C546F56DD9}" destId="{4D279908-7CD0-4136-B215-EF1EB737FB48}" srcOrd="7" destOrd="0" presId="urn:microsoft.com/office/officeart/2005/8/layout/list1"/>
    <dgm:cxn modelId="{4BA21776-15DB-4A3C-BF6D-E69305421C0E}" type="presParOf" srcId="{AB63AE95-6D41-40AD-8233-A9C546F56DD9}" destId="{8E221FA9-51F5-446A-8738-00B201E17BB1}" srcOrd="8" destOrd="0" presId="urn:microsoft.com/office/officeart/2005/8/layout/list1"/>
    <dgm:cxn modelId="{93D93794-D32B-4407-91D7-132A513D251C}" type="presParOf" srcId="{8E221FA9-51F5-446A-8738-00B201E17BB1}" destId="{F4D52BF5-6579-44ED-A548-2A42A7BDE4C2}" srcOrd="0" destOrd="0" presId="urn:microsoft.com/office/officeart/2005/8/layout/list1"/>
    <dgm:cxn modelId="{7EB438AB-ABE3-426A-854E-1554158EE8B9}" type="presParOf" srcId="{8E221FA9-51F5-446A-8738-00B201E17BB1}" destId="{A713B7C5-188C-4461-81BF-EE1E3CE873D2}" srcOrd="1" destOrd="0" presId="urn:microsoft.com/office/officeart/2005/8/layout/list1"/>
    <dgm:cxn modelId="{392E4703-87BA-4879-9564-FC2F098824EC}" type="presParOf" srcId="{AB63AE95-6D41-40AD-8233-A9C546F56DD9}" destId="{16AA5111-3B44-4E16-ADA7-C4680B9DBF47}" srcOrd="9" destOrd="0" presId="urn:microsoft.com/office/officeart/2005/8/layout/list1"/>
    <dgm:cxn modelId="{A722A7B1-0FF1-442E-AC7E-F05A77C105A5}" type="presParOf" srcId="{AB63AE95-6D41-40AD-8233-A9C546F56DD9}" destId="{0FABE42C-2A65-4203-AA06-29DD63BB2814}" srcOrd="10" destOrd="0" presId="urn:microsoft.com/office/officeart/2005/8/layout/list1"/>
    <dgm:cxn modelId="{1E59DDF5-9D59-4E10-9B0E-BAC7E7BBD077}" type="presParOf" srcId="{AB63AE95-6D41-40AD-8233-A9C546F56DD9}" destId="{43B6193E-987D-416F-8D78-241E38F7C425}" srcOrd="11" destOrd="0" presId="urn:microsoft.com/office/officeart/2005/8/layout/list1"/>
    <dgm:cxn modelId="{4A5DE340-72B4-4409-B4DD-F20698C760D2}" type="presParOf" srcId="{AB63AE95-6D41-40AD-8233-A9C546F56DD9}" destId="{E5DD3734-1850-4038-B517-2582BE207FD6}" srcOrd="12" destOrd="0" presId="urn:microsoft.com/office/officeart/2005/8/layout/list1"/>
    <dgm:cxn modelId="{72B70601-274B-4291-A184-3028BAB8F576}" type="presParOf" srcId="{E5DD3734-1850-4038-B517-2582BE207FD6}" destId="{1B68F5D0-419E-46A2-9E2D-57CA1635C397}" srcOrd="0" destOrd="0" presId="urn:microsoft.com/office/officeart/2005/8/layout/list1"/>
    <dgm:cxn modelId="{2BD982C4-617C-42C4-B389-3C6FB488EA1B}" type="presParOf" srcId="{E5DD3734-1850-4038-B517-2582BE207FD6}" destId="{4AE864EE-1F3F-4308-A466-E217B156B1C7}" srcOrd="1" destOrd="0" presId="urn:microsoft.com/office/officeart/2005/8/layout/list1"/>
    <dgm:cxn modelId="{E1645591-CE05-4C9C-A545-E56EB5DE1E6E}" type="presParOf" srcId="{AB63AE95-6D41-40AD-8233-A9C546F56DD9}" destId="{49B8489A-4BEC-47D3-B9E4-D1A9E84CD063}" srcOrd="13" destOrd="0" presId="urn:microsoft.com/office/officeart/2005/8/layout/list1"/>
    <dgm:cxn modelId="{51EAFB05-DAF5-4D70-84DC-14AB81FE08C8}" type="presParOf" srcId="{AB63AE95-6D41-40AD-8233-A9C546F56DD9}" destId="{DFDFB529-FD30-4B0F-91AF-9BDD1697E35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A85B0A-3116-4226-9C8B-C35C9C9A3E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256909E-E6F2-49FB-BC6C-C344A76D7762}">
      <dgm:prSet/>
      <dgm:spPr/>
      <dgm:t>
        <a:bodyPr/>
        <a:lstStyle/>
        <a:p>
          <a:r>
            <a:rPr lang="en-US"/>
            <a:t>• Student Registration Form</a:t>
          </a:r>
        </a:p>
      </dgm:t>
    </dgm:pt>
    <dgm:pt modelId="{E895977E-C353-4DDA-A096-445BBE388D62}" type="parTrans" cxnId="{6AE4C56E-C88B-46D2-8667-6C92FD8E9D97}">
      <dgm:prSet/>
      <dgm:spPr/>
      <dgm:t>
        <a:bodyPr/>
        <a:lstStyle/>
        <a:p>
          <a:endParaRPr lang="en-US"/>
        </a:p>
      </dgm:t>
    </dgm:pt>
    <dgm:pt modelId="{45517FD9-DD28-4A77-82F6-21C06D88DB4A}" type="sibTrans" cxnId="{6AE4C56E-C88B-46D2-8667-6C92FD8E9D97}">
      <dgm:prSet/>
      <dgm:spPr/>
      <dgm:t>
        <a:bodyPr/>
        <a:lstStyle/>
        <a:p>
          <a:endParaRPr lang="en-US"/>
        </a:p>
      </dgm:t>
    </dgm:pt>
    <dgm:pt modelId="{9D49E245-F0A8-4A3D-9CAC-A5B4B969C646}">
      <dgm:prSet/>
      <dgm:spPr/>
      <dgm:t>
        <a:bodyPr/>
        <a:lstStyle/>
        <a:p>
          <a:r>
            <a:rPr lang="en-US"/>
            <a:t>• Fee Payment Form</a:t>
          </a:r>
        </a:p>
      </dgm:t>
    </dgm:pt>
    <dgm:pt modelId="{EDCEE6C0-9F67-49F4-9929-1360EABA655D}" type="parTrans" cxnId="{2A6A959B-9D01-498E-93F6-A63FDDA6135E}">
      <dgm:prSet/>
      <dgm:spPr/>
      <dgm:t>
        <a:bodyPr/>
        <a:lstStyle/>
        <a:p>
          <a:endParaRPr lang="en-US"/>
        </a:p>
      </dgm:t>
    </dgm:pt>
    <dgm:pt modelId="{04CD92F8-5EAE-45F7-9C8B-3F59B379B876}" type="sibTrans" cxnId="{2A6A959B-9D01-498E-93F6-A63FDDA6135E}">
      <dgm:prSet/>
      <dgm:spPr/>
      <dgm:t>
        <a:bodyPr/>
        <a:lstStyle/>
        <a:p>
          <a:endParaRPr lang="en-US"/>
        </a:p>
      </dgm:t>
    </dgm:pt>
    <dgm:pt modelId="{8224658E-A979-4AE1-97EE-0B07BC3FE1BA}">
      <dgm:prSet/>
      <dgm:spPr/>
      <dgm:t>
        <a:bodyPr/>
        <a:lstStyle/>
        <a:p>
          <a:r>
            <a:rPr lang="en-US"/>
            <a:t>• Complaint Form</a:t>
          </a:r>
        </a:p>
      </dgm:t>
    </dgm:pt>
    <dgm:pt modelId="{315801DA-11BD-4528-9EDC-87007EED518D}" type="parTrans" cxnId="{C1737F4D-3610-4078-B9E6-367D27767E68}">
      <dgm:prSet/>
      <dgm:spPr/>
      <dgm:t>
        <a:bodyPr/>
        <a:lstStyle/>
        <a:p>
          <a:endParaRPr lang="en-US"/>
        </a:p>
      </dgm:t>
    </dgm:pt>
    <dgm:pt modelId="{87EA524B-77CE-4BA8-B3FA-20A51016352B}" type="sibTrans" cxnId="{C1737F4D-3610-4078-B9E6-367D27767E68}">
      <dgm:prSet/>
      <dgm:spPr/>
      <dgm:t>
        <a:bodyPr/>
        <a:lstStyle/>
        <a:p>
          <a:endParaRPr lang="en-US"/>
        </a:p>
      </dgm:t>
    </dgm:pt>
    <dgm:pt modelId="{218EEC38-9EEC-4D1C-98FD-A17F3CF19FA5}">
      <dgm:prSet/>
      <dgm:spPr/>
      <dgm:t>
        <a:bodyPr/>
        <a:lstStyle/>
        <a:p>
          <a:r>
            <a:rPr lang="en-US"/>
            <a:t>• Navigation Dashboard</a:t>
          </a:r>
        </a:p>
      </dgm:t>
    </dgm:pt>
    <dgm:pt modelId="{E5A48A9E-8867-4B03-BCF6-BCED4780F7CB}" type="parTrans" cxnId="{7352F6DC-6FA1-49DF-BC80-38E6CC6F4095}">
      <dgm:prSet/>
      <dgm:spPr/>
      <dgm:t>
        <a:bodyPr/>
        <a:lstStyle/>
        <a:p>
          <a:endParaRPr lang="en-US"/>
        </a:p>
      </dgm:t>
    </dgm:pt>
    <dgm:pt modelId="{673E0522-540D-4C08-9603-0BCAF00077FE}" type="sibTrans" cxnId="{7352F6DC-6FA1-49DF-BC80-38E6CC6F4095}">
      <dgm:prSet/>
      <dgm:spPr/>
      <dgm:t>
        <a:bodyPr/>
        <a:lstStyle/>
        <a:p>
          <a:endParaRPr lang="en-US"/>
        </a:p>
      </dgm:t>
    </dgm:pt>
    <dgm:pt modelId="{1EF3E27A-358F-4929-AEEE-39FFB70FDCCE}" type="pres">
      <dgm:prSet presAssocID="{0FA85B0A-3116-4226-9C8B-C35C9C9A3EDD}" presName="root" presStyleCnt="0">
        <dgm:presLayoutVars>
          <dgm:dir/>
          <dgm:resizeHandles val="exact"/>
        </dgm:presLayoutVars>
      </dgm:prSet>
      <dgm:spPr/>
    </dgm:pt>
    <dgm:pt modelId="{50D40341-2B39-47DA-8B7E-A609CA724A77}" type="pres">
      <dgm:prSet presAssocID="{1256909E-E6F2-49FB-BC6C-C344A76D7762}" presName="compNode" presStyleCnt="0"/>
      <dgm:spPr/>
    </dgm:pt>
    <dgm:pt modelId="{C2D63B01-AF06-4ACE-9C3E-AACB3CE02FD0}" type="pres">
      <dgm:prSet presAssocID="{1256909E-E6F2-49FB-BC6C-C344A76D7762}" presName="bgRect" presStyleLbl="bgShp" presStyleIdx="0" presStyleCnt="4"/>
      <dgm:spPr/>
    </dgm:pt>
    <dgm:pt modelId="{641CBBF7-FEA4-4B05-8FC7-13E7A685E70C}" type="pres">
      <dgm:prSet presAssocID="{1256909E-E6F2-49FB-BC6C-C344A76D77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09355292-A7A9-48A9-9FD8-5622ED025728}" type="pres">
      <dgm:prSet presAssocID="{1256909E-E6F2-49FB-BC6C-C344A76D7762}" presName="spaceRect" presStyleCnt="0"/>
      <dgm:spPr/>
    </dgm:pt>
    <dgm:pt modelId="{26F2DC8B-ECB0-45DB-8AEB-13D31CBFEE73}" type="pres">
      <dgm:prSet presAssocID="{1256909E-E6F2-49FB-BC6C-C344A76D7762}" presName="parTx" presStyleLbl="revTx" presStyleIdx="0" presStyleCnt="4">
        <dgm:presLayoutVars>
          <dgm:chMax val="0"/>
          <dgm:chPref val="0"/>
        </dgm:presLayoutVars>
      </dgm:prSet>
      <dgm:spPr/>
    </dgm:pt>
    <dgm:pt modelId="{11998F1C-1C66-4FB4-A306-7C9B1FA63EA8}" type="pres">
      <dgm:prSet presAssocID="{45517FD9-DD28-4A77-82F6-21C06D88DB4A}" presName="sibTrans" presStyleCnt="0"/>
      <dgm:spPr/>
    </dgm:pt>
    <dgm:pt modelId="{DF09175D-7A8E-4CEC-B6A7-1B49CC988628}" type="pres">
      <dgm:prSet presAssocID="{9D49E245-F0A8-4A3D-9CAC-A5B4B969C646}" presName="compNode" presStyleCnt="0"/>
      <dgm:spPr/>
    </dgm:pt>
    <dgm:pt modelId="{D4B79F77-3923-49DF-ABB4-C329C210D10B}" type="pres">
      <dgm:prSet presAssocID="{9D49E245-F0A8-4A3D-9CAC-A5B4B969C646}" presName="bgRect" presStyleLbl="bgShp" presStyleIdx="1" presStyleCnt="4"/>
      <dgm:spPr/>
    </dgm:pt>
    <dgm:pt modelId="{6EE8566B-FE55-46F2-AE35-472CC149D6F7}" type="pres">
      <dgm:prSet presAssocID="{9D49E245-F0A8-4A3D-9CAC-A5B4B969C64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7BEEB2B-960E-4275-BC90-6F71636E6655}" type="pres">
      <dgm:prSet presAssocID="{9D49E245-F0A8-4A3D-9CAC-A5B4B969C646}" presName="spaceRect" presStyleCnt="0"/>
      <dgm:spPr/>
    </dgm:pt>
    <dgm:pt modelId="{05750D59-F8FF-4E2E-81E1-F5F29C3BB6F1}" type="pres">
      <dgm:prSet presAssocID="{9D49E245-F0A8-4A3D-9CAC-A5B4B969C646}" presName="parTx" presStyleLbl="revTx" presStyleIdx="1" presStyleCnt="4">
        <dgm:presLayoutVars>
          <dgm:chMax val="0"/>
          <dgm:chPref val="0"/>
        </dgm:presLayoutVars>
      </dgm:prSet>
      <dgm:spPr/>
    </dgm:pt>
    <dgm:pt modelId="{3C01C86D-D02E-41EA-9553-BD8B47F6EDF5}" type="pres">
      <dgm:prSet presAssocID="{04CD92F8-5EAE-45F7-9C8B-3F59B379B876}" presName="sibTrans" presStyleCnt="0"/>
      <dgm:spPr/>
    </dgm:pt>
    <dgm:pt modelId="{239301C8-3255-4C36-A105-89C71634320D}" type="pres">
      <dgm:prSet presAssocID="{8224658E-A979-4AE1-97EE-0B07BC3FE1BA}" presName="compNode" presStyleCnt="0"/>
      <dgm:spPr/>
    </dgm:pt>
    <dgm:pt modelId="{B42E83CB-A9AE-4128-BFDA-5E3E0010BDDF}" type="pres">
      <dgm:prSet presAssocID="{8224658E-A979-4AE1-97EE-0B07BC3FE1BA}" presName="bgRect" presStyleLbl="bgShp" presStyleIdx="2" presStyleCnt="4"/>
      <dgm:spPr/>
    </dgm:pt>
    <dgm:pt modelId="{F0E98D08-49A6-4E0A-A95C-02C584B59963}" type="pres">
      <dgm:prSet presAssocID="{8224658E-A979-4AE1-97EE-0B07BC3FE1B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5DD8CD3-9087-4B80-9383-FA2B467D634E}" type="pres">
      <dgm:prSet presAssocID="{8224658E-A979-4AE1-97EE-0B07BC3FE1BA}" presName="spaceRect" presStyleCnt="0"/>
      <dgm:spPr/>
    </dgm:pt>
    <dgm:pt modelId="{5FDB7418-5C0F-477D-AFF0-DA99F5B977BF}" type="pres">
      <dgm:prSet presAssocID="{8224658E-A979-4AE1-97EE-0B07BC3FE1BA}" presName="parTx" presStyleLbl="revTx" presStyleIdx="2" presStyleCnt="4">
        <dgm:presLayoutVars>
          <dgm:chMax val="0"/>
          <dgm:chPref val="0"/>
        </dgm:presLayoutVars>
      </dgm:prSet>
      <dgm:spPr/>
    </dgm:pt>
    <dgm:pt modelId="{E5697A7B-CCDB-43B1-AD65-CDE363785207}" type="pres">
      <dgm:prSet presAssocID="{87EA524B-77CE-4BA8-B3FA-20A51016352B}" presName="sibTrans" presStyleCnt="0"/>
      <dgm:spPr/>
    </dgm:pt>
    <dgm:pt modelId="{608E94AE-F8EA-40F2-96A6-1E17D709724E}" type="pres">
      <dgm:prSet presAssocID="{218EEC38-9EEC-4D1C-98FD-A17F3CF19FA5}" presName="compNode" presStyleCnt="0"/>
      <dgm:spPr/>
    </dgm:pt>
    <dgm:pt modelId="{9B9CE5B4-E6D5-45A9-8AA4-DB630E9741E8}" type="pres">
      <dgm:prSet presAssocID="{218EEC38-9EEC-4D1C-98FD-A17F3CF19FA5}" presName="bgRect" presStyleLbl="bgShp" presStyleIdx="3" presStyleCnt="4"/>
      <dgm:spPr/>
    </dgm:pt>
    <dgm:pt modelId="{66E1F3C4-8CEE-40C6-8E16-A6631071A4FD}" type="pres">
      <dgm:prSet presAssocID="{218EEC38-9EEC-4D1C-98FD-A17F3CF19FA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40E6C27E-C900-45A6-AF60-524190AA8F7B}" type="pres">
      <dgm:prSet presAssocID="{218EEC38-9EEC-4D1C-98FD-A17F3CF19FA5}" presName="spaceRect" presStyleCnt="0"/>
      <dgm:spPr/>
    </dgm:pt>
    <dgm:pt modelId="{702B6292-B00E-4203-AB73-DD8C3758CA59}" type="pres">
      <dgm:prSet presAssocID="{218EEC38-9EEC-4D1C-98FD-A17F3CF19FA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A362C1C-DC06-4731-A277-F6ABA838921E}" type="presOf" srcId="{9D49E245-F0A8-4A3D-9CAC-A5B4B969C646}" destId="{05750D59-F8FF-4E2E-81E1-F5F29C3BB6F1}" srcOrd="0" destOrd="0" presId="urn:microsoft.com/office/officeart/2018/2/layout/IconVerticalSolidList"/>
    <dgm:cxn modelId="{1BFAA81C-F836-4C36-9D6E-F6C0943381F7}" type="presOf" srcId="{8224658E-A979-4AE1-97EE-0B07BC3FE1BA}" destId="{5FDB7418-5C0F-477D-AFF0-DA99F5B977BF}" srcOrd="0" destOrd="0" presId="urn:microsoft.com/office/officeart/2018/2/layout/IconVerticalSolidList"/>
    <dgm:cxn modelId="{73F7E844-D271-4646-9BD7-65B2BA592A8B}" type="presOf" srcId="{0FA85B0A-3116-4226-9C8B-C35C9C9A3EDD}" destId="{1EF3E27A-358F-4929-AEEE-39FFB70FDCCE}" srcOrd="0" destOrd="0" presId="urn:microsoft.com/office/officeart/2018/2/layout/IconVerticalSolidList"/>
    <dgm:cxn modelId="{C1737F4D-3610-4078-B9E6-367D27767E68}" srcId="{0FA85B0A-3116-4226-9C8B-C35C9C9A3EDD}" destId="{8224658E-A979-4AE1-97EE-0B07BC3FE1BA}" srcOrd="2" destOrd="0" parTransId="{315801DA-11BD-4528-9EDC-87007EED518D}" sibTransId="{87EA524B-77CE-4BA8-B3FA-20A51016352B}"/>
    <dgm:cxn modelId="{6AE4C56E-C88B-46D2-8667-6C92FD8E9D97}" srcId="{0FA85B0A-3116-4226-9C8B-C35C9C9A3EDD}" destId="{1256909E-E6F2-49FB-BC6C-C344A76D7762}" srcOrd="0" destOrd="0" parTransId="{E895977E-C353-4DDA-A096-445BBE388D62}" sibTransId="{45517FD9-DD28-4A77-82F6-21C06D88DB4A}"/>
    <dgm:cxn modelId="{2A6A959B-9D01-498E-93F6-A63FDDA6135E}" srcId="{0FA85B0A-3116-4226-9C8B-C35C9C9A3EDD}" destId="{9D49E245-F0A8-4A3D-9CAC-A5B4B969C646}" srcOrd="1" destOrd="0" parTransId="{EDCEE6C0-9F67-49F4-9929-1360EABA655D}" sibTransId="{04CD92F8-5EAE-45F7-9C8B-3F59B379B876}"/>
    <dgm:cxn modelId="{3863A5C2-4E81-4988-A6D5-53E2221511F7}" type="presOf" srcId="{218EEC38-9EEC-4D1C-98FD-A17F3CF19FA5}" destId="{702B6292-B00E-4203-AB73-DD8C3758CA59}" srcOrd="0" destOrd="0" presId="urn:microsoft.com/office/officeart/2018/2/layout/IconVerticalSolidList"/>
    <dgm:cxn modelId="{7352F6DC-6FA1-49DF-BC80-38E6CC6F4095}" srcId="{0FA85B0A-3116-4226-9C8B-C35C9C9A3EDD}" destId="{218EEC38-9EEC-4D1C-98FD-A17F3CF19FA5}" srcOrd="3" destOrd="0" parTransId="{E5A48A9E-8867-4B03-BCF6-BCED4780F7CB}" sibTransId="{673E0522-540D-4C08-9603-0BCAF00077FE}"/>
    <dgm:cxn modelId="{7C32C9F7-423F-42DA-B588-96EBCFAC353E}" type="presOf" srcId="{1256909E-E6F2-49FB-BC6C-C344A76D7762}" destId="{26F2DC8B-ECB0-45DB-8AEB-13D31CBFEE73}" srcOrd="0" destOrd="0" presId="urn:microsoft.com/office/officeart/2018/2/layout/IconVerticalSolidList"/>
    <dgm:cxn modelId="{EFAA2D0B-5A5D-4937-B5C2-AF451C992A22}" type="presParOf" srcId="{1EF3E27A-358F-4929-AEEE-39FFB70FDCCE}" destId="{50D40341-2B39-47DA-8B7E-A609CA724A77}" srcOrd="0" destOrd="0" presId="urn:microsoft.com/office/officeart/2018/2/layout/IconVerticalSolidList"/>
    <dgm:cxn modelId="{FA9FCA5A-8AE0-43D8-81E1-480D6D3CDF77}" type="presParOf" srcId="{50D40341-2B39-47DA-8B7E-A609CA724A77}" destId="{C2D63B01-AF06-4ACE-9C3E-AACB3CE02FD0}" srcOrd="0" destOrd="0" presId="urn:microsoft.com/office/officeart/2018/2/layout/IconVerticalSolidList"/>
    <dgm:cxn modelId="{277B5A23-27FB-40CF-87BC-2F2F0CC69BAD}" type="presParOf" srcId="{50D40341-2B39-47DA-8B7E-A609CA724A77}" destId="{641CBBF7-FEA4-4B05-8FC7-13E7A685E70C}" srcOrd="1" destOrd="0" presId="urn:microsoft.com/office/officeart/2018/2/layout/IconVerticalSolidList"/>
    <dgm:cxn modelId="{9E4F5523-E7AC-45CA-85EF-9CEDEA3A7E73}" type="presParOf" srcId="{50D40341-2B39-47DA-8B7E-A609CA724A77}" destId="{09355292-A7A9-48A9-9FD8-5622ED025728}" srcOrd="2" destOrd="0" presId="urn:microsoft.com/office/officeart/2018/2/layout/IconVerticalSolidList"/>
    <dgm:cxn modelId="{4E45EA48-2E00-4EE7-9A54-84031E5101DD}" type="presParOf" srcId="{50D40341-2B39-47DA-8B7E-A609CA724A77}" destId="{26F2DC8B-ECB0-45DB-8AEB-13D31CBFEE73}" srcOrd="3" destOrd="0" presId="urn:microsoft.com/office/officeart/2018/2/layout/IconVerticalSolidList"/>
    <dgm:cxn modelId="{A150B05F-BE52-41F1-8DF3-37D18321126D}" type="presParOf" srcId="{1EF3E27A-358F-4929-AEEE-39FFB70FDCCE}" destId="{11998F1C-1C66-4FB4-A306-7C9B1FA63EA8}" srcOrd="1" destOrd="0" presId="urn:microsoft.com/office/officeart/2018/2/layout/IconVerticalSolidList"/>
    <dgm:cxn modelId="{CA732BB0-C440-40CC-95D3-905BA3C88A67}" type="presParOf" srcId="{1EF3E27A-358F-4929-AEEE-39FFB70FDCCE}" destId="{DF09175D-7A8E-4CEC-B6A7-1B49CC988628}" srcOrd="2" destOrd="0" presId="urn:microsoft.com/office/officeart/2018/2/layout/IconVerticalSolidList"/>
    <dgm:cxn modelId="{35A264E5-BADB-4ED7-934C-6621BDE0E31A}" type="presParOf" srcId="{DF09175D-7A8E-4CEC-B6A7-1B49CC988628}" destId="{D4B79F77-3923-49DF-ABB4-C329C210D10B}" srcOrd="0" destOrd="0" presId="urn:microsoft.com/office/officeart/2018/2/layout/IconVerticalSolidList"/>
    <dgm:cxn modelId="{8862DA18-3335-40F6-9E5A-318B191B474C}" type="presParOf" srcId="{DF09175D-7A8E-4CEC-B6A7-1B49CC988628}" destId="{6EE8566B-FE55-46F2-AE35-472CC149D6F7}" srcOrd="1" destOrd="0" presId="urn:microsoft.com/office/officeart/2018/2/layout/IconVerticalSolidList"/>
    <dgm:cxn modelId="{1CD6FEB5-626B-4CAD-8796-68AC9A274AC0}" type="presParOf" srcId="{DF09175D-7A8E-4CEC-B6A7-1B49CC988628}" destId="{17BEEB2B-960E-4275-BC90-6F71636E6655}" srcOrd="2" destOrd="0" presId="urn:microsoft.com/office/officeart/2018/2/layout/IconVerticalSolidList"/>
    <dgm:cxn modelId="{AF465599-FD0E-48BF-8ACD-0245CE1831D7}" type="presParOf" srcId="{DF09175D-7A8E-4CEC-B6A7-1B49CC988628}" destId="{05750D59-F8FF-4E2E-81E1-F5F29C3BB6F1}" srcOrd="3" destOrd="0" presId="urn:microsoft.com/office/officeart/2018/2/layout/IconVerticalSolidList"/>
    <dgm:cxn modelId="{EA857F47-D291-4CB9-8F79-9E3967BEDF3F}" type="presParOf" srcId="{1EF3E27A-358F-4929-AEEE-39FFB70FDCCE}" destId="{3C01C86D-D02E-41EA-9553-BD8B47F6EDF5}" srcOrd="3" destOrd="0" presId="urn:microsoft.com/office/officeart/2018/2/layout/IconVerticalSolidList"/>
    <dgm:cxn modelId="{F8E878C1-9C58-4261-8C65-202AD3CB9547}" type="presParOf" srcId="{1EF3E27A-358F-4929-AEEE-39FFB70FDCCE}" destId="{239301C8-3255-4C36-A105-89C71634320D}" srcOrd="4" destOrd="0" presId="urn:microsoft.com/office/officeart/2018/2/layout/IconVerticalSolidList"/>
    <dgm:cxn modelId="{939FE08C-EAD2-4132-91D5-D677E102691D}" type="presParOf" srcId="{239301C8-3255-4C36-A105-89C71634320D}" destId="{B42E83CB-A9AE-4128-BFDA-5E3E0010BDDF}" srcOrd="0" destOrd="0" presId="urn:microsoft.com/office/officeart/2018/2/layout/IconVerticalSolidList"/>
    <dgm:cxn modelId="{8B8EDC09-2F34-442D-9F5B-6337F382EBCA}" type="presParOf" srcId="{239301C8-3255-4C36-A105-89C71634320D}" destId="{F0E98D08-49A6-4E0A-A95C-02C584B59963}" srcOrd="1" destOrd="0" presId="urn:microsoft.com/office/officeart/2018/2/layout/IconVerticalSolidList"/>
    <dgm:cxn modelId="{10A26F0C-A37D-48DD-96DE-20F25B830FE6}" type="presParOf" srcId="{239301C8-3255-4C36-A105-89C71634320D}" destId="{65DD8CD3-9087-4B80-9383-FA2B467D634E}" srcOrd="2" destOrd="0" presId="urn:microsoft.com/office/officeart/2018/2/layout/IconVerticalSolidList"/>
    <dgm:cxn modelId="{A4E23032-2D3D-494F-89BA-6E2CEEF27DED}" type="presParOf" srcId="{239301C8-3255-4C36-A105-89C71634320D}" destId="{5FDB7418-5C0F-477D-AFF0-DA99F5B977BF}" srcOrd="3" destOrd="0" presId="urn:microsoft.com/office/officeart/2018/2/layout/IconVerticalSolidList"/>
    <dgm:cxn modelId="{5210750D-8DED-4613-B639-78D0FA468EFD}" type="presParOf" srcId="{1EF3E27A-358F-4929-AEEE-39FFB70FDCCE}" destId="{E5697A7B-CCDB-43B1-AD65-CDE363785207}" srcOrd="5" destOrd="0" presId="urn:microsoft.com/office/officeart/2018/2/layout/IconVerticalSolidList"/>
    <dgm:cxn modelId="{C4F865D7-BEE3-4022-8905-ECC4EE6942D5}" type="presParOf" srcId="{1EF3E27A-358F-4929-AEEE-39FFB70FDCCE}" destId="{608E94AE-F8EA-40F2-96A6-1E17D709724E}" srcOrd="6" destOrd="0" presId="urn:microsoft.com/office/officeart/2018/2/layout/IconVerticalSolidList"/>
    <dgm:cxn modelId="{49EEB013-A57E-41D8-A2F3-17527D9BDA3C}" type="presParOf" srcId="{608E94AE-F8EA-40F2-96A6-1E17D709724E}" destId="{9B9CE5B4-E6D5-45A9-8AA4-DB630E9741E8}" srcOrd="0" destOrd="0" presId="urn:microsoft.com/office/officeart/2018/2/layout/IconVerticalSolidList"/>
    <dgm:cxn modelId="{5B6EF428-F86D-4BA2-B69F-B151224C837D}" type="presParOf" srcId="{608E94AE-F8EA-40F2-96A6-1E17D709724E}" destId="{66E1F3C4-8CEE-40C6-8E16-A6631071A4FD}" srcOrd="1" destOrd="0" presId="urn:microsoft.com/office/officeart/2018/2/layout/IconVerticalSolidList"/>
    <dgm:cxn modelId="{12E63D81-5867-4D1A-A746-886714818E88}" type="presParOf" srcId="{608E94AE-F8EA-40F2-96A6-1E17D709724E}" destId="{40E6C27E-C900-45A6-AF60-524190AA8F7B}" srcOrd="2" destOrd="0" presId="urn:microsoft.com/office/officeart/2018/2/layout/IconVerticalSolidList"/>
    <dgm:cxn modelId="{A03BC992-C199-424D-9889-B4591B1CA0F1}" type="presParOf" srcId="{608E94AE-F8EA-40F2-96A6-1E17D709724E}" destId="{702B6292-B00E-4203-AB73-DD8C3758CA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85AFFF-0E3A-4CE7-A44C-40553C5B69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F64DF20-56F1-4144-93A6-D04896D931C0}">
      <dgm:prSet/>
      <dgm:spPr/>
      <dgm:t>
        <a:bodyPr/>
        <a:lstStyle/>
        <a:p>
          <a:r>
            <a:rPr lang="en-US"/>
            <a:t>• Complaint Form – Register complaints</a:t>
          </a:r>
        </a:p>
      </dgm:t>
    </dgm:pt>
    <dgm:pt modelId="{4A4C748F-8792-4543-B4AB-E2F2F34167BC}" type="parTrans" cxnId="{904018C1-DB2F-4B4C-A907-987ED45F3E96}">
      <dgm:prSet/>
      <dgm:spPr/>
      <dgm:t>
        <a:bodyPr/>
        <a:lstStyle/>
        <a:p>
          <a:endParaRPr lang="en-US"/>
        </a:p>
      </dgm:t>
    </dgm:pt>
    <dgm:pt modelId="{922125D8-7187-4A26-9925-DA563A4F5CB3}" type="sibTrans" cxnId="{904018C1-DB2F-4B4C-A907-987ED45F3E96}">
      <dgm:prSet/>
      <dgm:spPr/>
      <dgm:t>
        <a:bodyPr/>
        <a:lstStyle/>
        <a:p>
          <a:endParaRPr lang="en-US"/>
        </a:p>
      </dgm:t>
    </dgm:pt>
    <dgm:pt modelId="{DD48B5D7-DA4A-4AA1-87B3-75DC884A7B5D}">
      <dgm:prSet/>
      <dgm:spPr/>
      <dgm:t>
        <a:bodyPr/>
        <a:lstStyle/>
        <a:p>
          <a:r>
            <a:rPr lang="en-US"/>
            <a:t>• Fee Payment Form – Track and manage fees</a:t>
          </a:r>
        </a:p>
      </dgm:t>
    </dgm:pt>
    <dgm:pt modelId="{8C9CC90A-FCA9-410E-AAAF-612752D1520D}" type="parTrans" cxnId="{4C0BAB55-484C-4C3F-AEDB-03B120EF093B}">
      <dgm:prSet/>
      <dgm:spPr/>
      <dgm:t>
        <a:bodyPr/>
        <a:lstStyle/>
        <a:p>
          <a:endParaRPr lang="en-US"/>
        </a:p>
      </dgm:t>
    </dgm:pt>
    <dgm:pt modelId="{B4A785F2-0B1C-44FA-865C-9A29B64333B7}" type="sibTrans" cxnId="{4C0BAB55-484C-4C3F-AEDB-03B120EF093B}">
      <dgm:prSet/>
      <dgm:spPr/>
      <dgm:t>
        <a:bodyPr/>
        <a:lstStyle/>
        <a:p>
          <a:endParaRPr lang="en-US"/>
        </a:p>
      </dgm:t>
    </dgm:pt>
    <dgm:pt modelId="{571E7162-03AB-4DD2-BBF2-40536C311869}">
      <dgm:prSet/>
      <dgm:spPr/>
      <dgm:t>
        <a:bodyPr/>
        <a:lstStyle/>
        <a:p>
          <a:r>
            <a:rPr lang="en-US"/>
            <a:t>• Student Registration Form – Enroll new students</a:t>
          </a:r>
        </a:p>
      </dgm:t>
    </dgm:pt>
    <dgm:pt modelId="{386F990E-F137-4A39-A4A7-8FB30F244AD1}" type="parTrans" cxnId="{3AD90D68-9E85-4822-961D-4644889032C7}">
      <dgm:prSet/>
      <dgm:spPr/>
      <dgm:t>
        <a:bodyPr/>
        <a:lstStyle/>
        <a:p>
          <a:endParaRPr lang="en-US"/>
        </a:p>
      </dgm:t>
    </dgm:pt>
    <dgm:pt modelId="{77BF1E74-560B-4B82-B144-1E4EE429E50A}" type="sibTrans" cxnId="{3AD90D68-9E85-4822-961D-4644889032C7}">
      <dgm:prSet/>
      <dgm:spPr/>
      <dgm:t>
        <a:bodyPr/>
        <a:lstStyle/>
        <a:p>
          <a:endParaRPr lang="en-US"/>
        </a:p>
      </dgm:t>
    </dgm:pt>
    <dgm:pt modelId="{304969F8-777F-4B7F-8B0E-D464CD72D461}" type="pres">
      <dgm:prSet presAssocID="{1F85AFFF-0E3A-4CE7-A44C-40553C5B695D}" presName="root" presStyleCnt="0">
        <dgm:presLayoutVars>
          <dgm:dir/>
          <dgm:resizeHandles val="exact"/>
        </dgm:presLayoutVars>
      </dgm:prSet>
      <dgm:spPr/>
    </dgm:pt>
    <dgm:pt modelId="{D49612C1-193B-418E-B074-27E7007F8D8D}" type="pres">
      <dgm:prSet presAssocID="{8F64DF20-56F1-4144-93A6-D04896D931C0}" presName="compNode" presStyleCnt="0"/>
      <dgm:spPr/>
    </dgm:pt>
    <dgm:pt modelId="{4BE1B84F-EDA5-4B50-A36B-527996E99FC5}" type="pres">
      <dgm:prSet presAssocID="{8F64DF20-56F1-4144-93A6-D04896D931C0}" presName="bgRect" presStyleLbl="bgShp" presStyleIdx="0" presStyleCnt="3"/>
      <dgm:spPr/>
    </dgm:pt>
    <dgm:pt modelId="{26441425-8F06-426E-80A1-A68639304AE4}" type="pres">
      <dgm:prSet presAssocID="{8F64DF20-56F1-4144-93A6-D04896D931C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8BAC0044-DE81-4B7F-81FF-1685495CFDDE}" type="pres">
      <dgm:prSet presAssocID="{8F64DF20-56F1-4144-93A6-D04896D931C0}" presName="spaceRect" presStyleCnt="0"/>
      <dgm:spPr/>
    </dgm:pt>
    <dgm:pt modelId="{8E433149-106A-4895-BB11-0F0B8F2FD489}" type="pres">
      <dgm:prSet presAssocID="{8F64DF20-56F1-4144-93A6-D04896D931C0}" presName="parTx" presStyleLbl="revTx" presStyleIdx="0" presStyleCnt="3">
        <dgm:presLayoutVars>
          <dgm:chMax val="0"/>
          <dgm:chPref val="0"/>
        </dgm:presLayoutVars>
      </dgm:prSet>
      <dgm:spPr/>
    </dgm:pt>
    <dgm:pt modelId="{5F26F84B-2704-4FDF-ACBD-3D7009046E26}" type="pres">
      <dgm:prSet presAssocID="{922125D8-7187-4A26-9925-DA563A4F5CB3}" presName="sibTrans" presStyleCnt="0"/>
      <dgm:spPr/>
    </dgm:pt>
    <dgm:pt modelId="{B95DEA62-CF88-4A21-BD88-612D197E24B8}" type="pres">
      <dgm:prSet presAssocID="{DD48B5D7-DA4A-4AA1-87B3-75DC884A7B5D}" presName="compNode" presStyleCnt="0"/>
      <dgm:spPr/>
    </dgm:pt>
    <dgm:pt modelId="{5F68796A-0A20-4BE9-9501-6725902E0627}" type="pres">
      <dgm:prSet presAssocID="{DD48B5D7-DA4A-4AA1-87B3-75DC884A7B5D}" presName="bgRect" presStyleLbl="bgShp" presStyleIdx="1" presStyleCnt="3"/>
      <dgm:spPr/>
    </dgm:pt>
    <dgm:pt modelId="{2077637A-9B22-46F2-9A77-EF16129C42AE}" type="pres">
      <dgm:prSet presAssocID="{DD48B5D7-DA4A-4AA1-87B3-75DC884A7B5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B8504AA-1CA0-4693-92F4-75050287FCE3}" type="pres">
      <dgm:prSet presAssocID="{DD48B5D7-DA4A-4AA1-87B3-75DC884A7B5D}" presName="spaceRect" presStyleCnt="0"/>
      <dgm:spPr/>
    </dgm:pt>
    <dgm:pt modelId="{05F5E4F8-9A69-4ACB-9F29-52AE9187D7B9}" type="pres">
      <dgm:prSet presAssocID="{DD48B5D7-DA4A-4AA1-87B3-75DC884A7B5D}" presName="parTx" presStyleLbl="revTx" presStyleIdx="1" presStyleCnt="3">
        <dgm:presLayoutVars>
          <dgm:chMax val="0"/>
          <dgm:chPref val="0"/>
        </dgm:presLayoutVars>
      </dgm:prSet>
      <dgm:spPr/>
    </dgm:pt>
    <dgm:pt modelId="{18C50607-368A-4C95-BECE-01D7CAE9BB3F}" type="pres">
      <dgm:prSet presAssocID="{B4A785F2-0B1C-44FA-865C-9A29B64333B7}" presName="sibTrans" presStyleCnt="0"/>
      <dgm:spPr/>
    </dgm:pt>
    <dgm:pt modelId="{0CBB3511-B8C9-48B3-B294-158158FA2331}" type="pres">
      <dgm:prSet presAssocID="{571E7162-03AB-4DD2-BBF2-40536C311869}" presName="compNode" presStyleCnt="0"/>
      <dgm:spPr/>
    </dgm:pt>
    <dgm:pt modelId="{399341FD-17AE-4D5E-B175-9378E87772CD}" type="pres">
      <dgm:prSet presAssocID="{571E7162-03AB-4DD2-BBF2-40536C311869}" presName="bgRect" presStyleLbl="bgShp" presStyleIdx="2" presStyleCnt="3"/>
      <dgm:spPr/>
    </dgm:pt>
    <dgm:pt modelId="{291992C3-F813-41FD-B057-6DDA960F5612}" type="pres">
      <dgm:prSet presAssocID="{571E7162-03AB-4DD2-BBF2-40536C31186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6FD11262-760F-4281-BF16-186E5C83DC7B}" type="pres">
      <dgm:prSet presAssocID="{571E7162-03AB-4DD2-BBF2-40536C311869}" presName="spaceRect" presStyleCnt="0"/>
      <dgm:spPr/>
    </dgm:pt>
    <dgm:pt modelId="{5CC90FE3-9569-4050-8F32-1BCF78B38450}" type="pres">
      <dgm:prSet presAssocID="{571E7162-03AB-4DD2-BBF2-40536C31186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21C4027-5A3B-453D-900B-B2A0659412CB}" type="presOf" srcId="{8F64DF20-56F1-4144-93A6-D04896D931C0}" destId="{8E433149-106A-4895-BB11-0F0B8F2FD489}" srcOrd="0" destOrd="0" presId="urn:microsoft.com/office/officeart/2018/2/layout/IconVerticalSolidList"/>
    <dgm:cxn modelId="{F0D9D02F-4EA4-4C3B-9521-6F07CFB41943}" type="presOf" srcId="{571E7162-03AB-4DD2-BBF2-40536C311869}" destId="{5CC90FE3-9569-4050-8F32-1BCF78B38450}" srcOrd="0" destOrd="0" presId="urn:microsoft.com/office/officeart/2018/2/layout/IconVerticalSolidList"/>
    <dgm:cxn modelId="{84FF2A5C-D99B-45F1-99BC-F7D2BE57AD7F}" type="presOf" srcId="{1F85AFFF-0E3A-4CE7-A44C-40553C5B695D}" destId="{304969F8-777F-4B7F-8B0E-D464CD72D461}" srcOrd="0" destOrd="0" presId="urn:microsoft.com/office/officeart/2018/2/layout/IconVerticalSolidList"/>
    <dgm:cxn modelId="{3AD90D68-9E85-4822-961D-4644889032C7}" srcId="{1F85AFFF-0E3A-4CE7-A44C-40553C5B695D}" destId="{571E7162-03AB-4DD2-BBF2-40536C311869}" srcOrd="2" destOrd="0" parTransId="{386F990E-F137-4A39-A4A7-8FB30F244AD1}" sibTransId="{77BF1E74-560B-4B82-B144-1E4EE429E50A}"/>
    <dgm:cxn modelId="{4C0BAB55-484C-4C3F-AEDB-03B120EF093B}" srcId="{1F85AFFF-0E3A-4CE7-A44C-40553C5B695D}" destId="{DD48B5D7-DA4A-4AA1-87B3-75DC884A7B5D}" srcOrd="1" destOrd="0" parTransId="{8C9CC90A-FCA9-410E-AAAF-612752D1520D}" sibTransId="{B4A785F2-0B1C-44FA-865C-9A29B64333B7}"/>
    <dgm:cxn modelId="{904018C1-DB2F-4B4C-A907-987ED45F3E96}" srcId="{1F85AFFF-0E3A-4CE7-A44C-40553C5B695D}" destId="{8F64DF20-56F1-4144-93A6-D04896D931C0}" srcOrd="0" destOrd="0" parTransId="{4A4C748F-8792-4543-B4AB-E2F2F34167BC}" sibTransId="{922125D8-7187-4A26-9925-DA563A4F5CB3}"/>
    <dgm:cxn modelId="{02464FEC-A84D-421D-B8DD-823B5D59625C}" type="presOf" srcId="{DD48B5D7-DA4A-4AA1-87B3-75DC884A7B5D}" destId="{05F5E4F8-9A69-4ACB-9F29-52AE9187D7B9}" srcOrd="0" destOrd="0" presId="urn:microsoft.com/office/officeart/2018/2/layout/IconVerticalSolidList"/>
    <dgm:cxn modelId="{4421E0E9-8458-471C-A907-FD9143E3D906}" type="presParOf" srcId="{304969F8-777F-4B7F-8B0E-D464CD72D461}" destId="{D49612C1-193B-418E-B074-27E7007F8D8D}" srcOrd="0" destOrd="0" presId="urn:microsoft.com/office/officeart/2018/2/layout/IconVerticalSolidList"/>
    <dgm:cxn modelId="{DCB1864A-A741-4C25-BA84-FA7D77AFC83E}" type="presParOf" srcId="{D49612C1-193B-418E-B074-27E7007F8D8D}" destId="{4BE1B84F-EDA5-4B50-A36B-527996E99FC5}" srcOrd="0" destOrd="0" presId="urn:microsoft.com/office/officeart/2018/2/layout/IconVerticalSolidList"/>
    <dgm:cxn modelId="{4E285114-1E42-4577-94CF-B91B2CD5FAD5}" type="presParOf" srcId="{D49612C1-193B-418E-B074-27E7007F8D8D}" destId="{26441425-8F06-426E-80A1-A68639304AE4}" srcOrd="1" destOrd="0" presId="urn:microsoft.com/office/officeart/2018/2/layout/IconVerticalSolidList"/>
    <dgm:cxn modelId="{FA2022A5-59D2-4928-8C33-3384628F0DCC}" type="presParOf" srcId="{D49612C1-193B-418E-B074-27E7007F8D8D}" destId="{8BAC0044-DE81-4B7F-81FF-1685495CFDDE}" srcOrd="2" destOrd="0" presId="urn:microsoft.com/office/officeart/2018/2/layout/IconVerticalSolidList"/>
    <dgm:cxn modelId="{E8C542C3-0AAE-4B80-8B17-02E6A88693A9}" type="presParOf" srcId="{D49612C1-193B-418E-B074-27E7007F8D8D}" destId="{8E433149-106A-4895-BB11-0F0B8F2FD489}" srcOrd="3" destOrd="0" presId="urn:microsoft.com/office/officeart/2018/2/layout/IconVerticalSolidList"/>
    <dgm:cxn modelId="{DD7494E2-03F1-44E7-BAF9-33A2903987C2}" type="presParOf" srcId="{304969F8-777F-4B7F-8B0E-D464CD72D461}" destId="{5F26F84B-2704-4FDF-ACBD-3D7009046E26}" srcOrd="1" destOrd="0" presId="urn:microsoft.com/office/officeart/2018/2/layout/IconVerticalSolidList"/>
    <dgm:cxn modelId="{06DED459-5515-4284-A562-D5B57C1EB56F}" type="presParOf" srcId="{304969F8-777F-4B7F-8B0E-D464CD72D461}" destId="{B95DEA62-CF88-4A21-BD88-612D197E24B8}" srcOrd="2" destOrd="0" presId="urn:microsoft.com/office/officeart/2018/2/layout/IconVerticalSolidList"/>
    <dgm:cxn modelId="{85DD5446-3AB6-4E25-B443-DB91085B470A}" type="presParOf" srcId="{B95DEA62-CF88-4A21-BD88-612D197E24B8}" destId="{5F68796A-0A20-4BE9-9501-6725902E0627}" srcOrd="0" destOrd="0" presId="urn:microsoft.com/office/officeart/2018/2/layout/IconVerticalSolidList"/>
    <dgm:cxn modelId="{BBD57984-4D63-4594-A1EF-B8DB0378F0AF}" type="presParOf" srcId="{B95DEA62-CF88-4A21-BD88-612D197E24B8}" destId="{2077637A-9B22-46F2-9A77-EF16129C42AE}" srcOrd="1" destOrd="0" presId="urn:microsoft.com/office/officeart/2018/2/layout/IconVerticalSolidList"/>
    <dgm:cxn modelId="{2967A551-3892-48F6-BFAE-9778D2C2E1CA}" type="presParOf" srcId="{B95DEA62-CF88-4A21-BD88-612D197E24B8}" destId="{4B8504AA-1CA0-4693-92F4-75050287FCE3}" srcOrd="2" destOrd="0" presId="urn:microsoft.com/office/officeart/2018/2/layout/IconVerticalSolidList"/>
    <dgm:cxn modelId="{730A96C7-C6C9-4536-B951-C491D9FA5A33}" type="presParOf" srcId="{B95DEA62-CF88-4A21-BD88-612D197E24B8}" destId="{05F5E4F8-9A69-4ACB-9F29-52AE9187D7B9}" srcOrd="3" destOrd="0" presId="urn:microsoft.com/office/officeart/2018/2/layout/IconVerticalSolidList"/>
    <dgm:cxn modelId="{35D9B89B-6B43-4D31-8752-53443187A186}" type="presParOf" srcId="{304969F8-777F-4B7F-8B0E-D464CD72D461}" destId="{18C50607-368A-4C95-BECE-01D7CAE9BB3F}" srcOrd="3" destOrd="0" presId="urn:microsoft.com/office/officeart/2018/2/layout/IconVerticalSolidList"/>
    <dgm:cxn modelId="{2DFB09A1-0698-44CF-92D2-29BA007AA454}" type="presParOf" srcId="{304969F8-777F-4B7F-8B0E-D464CD72D461}" destId="{0CBB3511-B8C9-48B3-B294-158158FA2331}" srcOrd="4" destOrd="0" presId="urn:microsoft.com/office/officeart/2018/2/layout/IconVerticalSolidList"/>
    <dgm:cxn modelId="{8E170064-362A-4365-BA5F-0A6CACD26D74}" type="presParOf" srcId="{0CBB3511-B8C9-48B3-B294-158158FA2331}" destId="{399341FD-17AE-4D5E-B175-9378E87772CD}" srcOrd="0" destOrd="0" presId="urn:microsoft.com/office/officeart/2018/2/layout/IconVerticalSolidList"/>
    <dgm:cxn modelId="{10094716-2296-4ED1-855A-6346BDEC71B0}" type="presParOf" srcId="{0CBB3511-B8C9-48B3-B294-158158FA2331}" destId="{291992C3-F813-41FD-B057-6DDA960F5612}" srcOrd="1" destOrd="0" presId="urn:microsoft.com/office/officeart/2018/2/layout/IconVerticalSolidList"/>
    <dgm:cxn modelId="{A54ED19C-2F7F-40A0-8CEC-18C4AF5A3151}" type="presParOf" srcId="{0CBB3511-B8C9-48B3-B294-158158FA2331}" destId="{6FD11262-760F-4281-BF16-186E5C83DC7B}" srcOrd="2" destOrd="0" presId="urn:microsoft.com/office/officeart/2018/2/layout/IconVerticalSolidList"/>
    <dgm:cxn modelId="{874732A8-D5A3-4134-AE83-0CB4768A7AD2}" type="presParOf" srcId="{0CBB3511-B8C9-48B3-B294-158158FA2331}" destId="{5CC90FE3-9569-4050-8F32-1BCF78B384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888E3C-D951-4ED0-A6B4-BE93D771C28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65293E-83D4-43EB-A816-8CEA8965CE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Pending Complaints Report</a:t>
          </a:r>
        </a:p>
      </dgm:t>
    </dgm:pt>
    <dgm:pt modelId="{3261BAF9-C440-4284-AC07-BB79443FA106}" type="parTrans" cxnId="{5B7E3804-F9A8-4FDB-892C-360D891FFD3E}">
      <dgm:prSet/>
      <dgm:spPr/>
      <dgm:t>
        <a:bodyPr/>
        <a:lstStyle/>
        <a:p>
          <a:endParaRPr lang="en-US"/>
        </a:p>
      </dgm:t>
    </dgm:pt>
    <dgm:pt modelId="{BA076A92-C28A-4D8C-9AB0-44DFDEF99152}" type="sibTrans" cxnId="{5B7E3804-F9A8-4FDB-892C-360D891FFD3E}">
      <dgm:prSet/>
      <dgm:spPr/>
      <dgm:t>
        <a:bodyPr/>
        <a:lstStyle/>
        <a:p>
          <a:endParaRPr lang="en-US"/>
        </a:p>
      </dgm:t>
    </dgm:pt>
    <dgm:pt modelId="{1C657F7C-D529-49E3-BCCD-A9AA4BA8C7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Resolved Complaints Report</a:t>
          </a:r>
        </a:p>
      </dgm:t>
    </dgm:pt>
    <dgm:pt modelId="{B0C37312-144D-449D-9AA4-EC30D2F6443B}" type="parTrans" cxnId="{0287B014-E2DD-494E-9925-8DC80EE4CDD4}">
      <dgm:prSet/>
      <dgm:spPr/>
      <dgm:t>
        <a:bodyPr/>
        <a:lstStyle/>
        <a:p>
          <a:endParaRPr lang="en-US"/>
        </a:p>
      </dgm:t>
    </dgm:pt>
    <dgm:pt modelId="{4ED2DAB9-E889-4774-84F5-C68C6DA32311}" type="sibTrans" cxnId="{0287B014-E2DD-494E-9925-8DC80EE4CDD4}">
      <dgm:prSet/>
      <dgm:spPr/>
      <dgm:t>
        <a:bodyPr/>
        <a:lstStyle/>
        <a:p>
          <a:endParaRPr lang="en-US"/>
        </a:p>
      </dgm:t>
    </dgm:pt>
    <dgm:pt modelId="{3298E103-31A5-4D2F-91DE-9385A1A4BD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Fee Payment Report</a:t>
          </a:r>
        </a:p>
      </dgm:t>
    </dgm:pt>
    <dgm:pt modelId="{697894BA-A280-491F-BDE1-A35C03552EB3}" type="parTrans" cxnId="{96CF3799-ABE3-436E-B353-EF7603C2FE6E}">
      <dgm:prSet/>
      <dgm:spPr/>
      <dgm:t>
        <a:bodyPr/>
        <a:lstStyle/>
        <a:p>
          <a:endParaRPr lang="en-US"/>
        </a:p>
      </dgm:t>
    </dgm:pt>
    <dgm:pt modelId="{FF96D9FB-57E3-47EB-9D8F-A543F142C4DE}" type="sibTrans" cxnId="{96CF3799-ABE3-436E-B353-EF7603C2FE6E}">
      <dgm:prSet/>
      <dgm:spPr/>
      <dgm:t>
        <a:bodyPr/>
        <a:lstStyle/>
        <a:p>
          <a:endParaRPr lang="en-US"/>
        </a:p>
      </dgm:t>
    </dgm:pt>
    <dgm:pt modelId="{418C5B9A-C289-4E39-99EF-DE48E1B6BB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Student Hostel Detail Report</a:t>
          </a:r>
        </a:p>
      </dgm:t>
    </dgm:pt>
    <dgm:pt modelId="{478A4CB3-A27F-4921-9A03-D291E31DF3A1}" type="parTrans" cxnId="{EDE6A773-E66D-4158-A128-2C6F161C3DA5}">
      <dgm:prSet/>
      <dgm:spPr/>
      <dgm:t>
        <a:bodyPr/>
        <a:lstStyle/>
        <a:p>
          <a:endParaRPr lang="en-US"/>
        </a:p>
      </dgm:t>
    </dgm:pt>
    <dgm:pt modelId="{42A30A5E-16AB-482B-91B6-8F3EA51E3DC2}" type="sibTrans" cxnId="{EDE6A773-E66D-4158-A128-2C6F161C3DA5}">
      <dgm:prSet/>
      <dgm:spPr/>
      <dgm:t>
        <a:bodyPr/>
        <a:lstStyle/>
        <a:p>
          <a:endParaRPr lang="en-US"/>
        </a:p>
      </dgm:t>
    </dgm:pt>
    <dgm:pt modelId="{BBF8AB8E-8B5E-43A2-9DF9-EAF61BDC96DC}" type="pres">
      <dgm:prSet presAssocID="{9A888E3C-D951-4ED0-A6B4-BE93D771C285}" presName="root" presStyleCnt="0">
        <dgm:presLayoutVars>
          <dgm:dir/>
          <dgm:resizeHandles val="exact"/>
        </dgm:presLayoutVars>
      </dgm:prSet>
      <dgm:spPr/>
    </dgm:pt>
    <dgm:pt modelId="{90BF7C7B-A9ED-46F3-AA9C-0A65DBBA9F03}" type="pres">
      <dgm:prSet presAssocID="{1D65293E-83D4-43EB-A816-8CEA8965CEF5}" presName="compNode" presStyleCnt="0"/>
      <dgm:spPr/>
    </dgm:pt>
    <dgm:pt modelId="{85D2AA9C-5BEE-428A-8E56-269A527D5EEC}" type="pres">
      <dgm:prSet presAssocID="{1D65293E-83D4-43EB-A816-8CEA8965CEF5}" presName="bgRect" presStyleLbl="bgShp" presStyleIdx="0" presStyleCnt="4"/>
      <dgm:spPr/>
    </dgm:pt>
    <dgm:pt modelId="{910E827A-0924-4ABE-B822-C3182ED90E8A}" type="pres">
      <dgm:prSet presAssocID="{1D65293E-83D4-43EB-A816-8CEA8965CEF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745682F1-E549-46F6-8096-CBD16432CE59}" type="pres">
      <dgm:prSet presAssocID="{1D65293E-83D4-43EB-A816-8CEA8965CEF5}" presName="spaceRect" presStyleCnt="0"/>
      <dgm:spPr/>
    </dgm:pt>
    <dgm:pt modelId="{47329650-A6BD-4C22-B7F9-BCEF72DF8665}" type="pres">
      <dgm:prSet presAssocID="{1D65293E-83D4-43EB-A816-8CEA8965CEF5}" presName="parTx" presStyleLbl="revTx" presStyleIdx="0" presStyleCnt="4">
        <dgm:presLayoutVars>
          <dgm:chMax val="0"/>
          <dgm:chPref val="0"/>
        </dgm:presLayoutVars>
      </dgm:prSet>
      <dgm:spPr/>
    </dgm:pt>
    <dgm:pt modelId="{0529358C-5473-4EB9-9AD4-678588009B4C}" type="pres">
      <dgm:prSet presAssocID="{BA076A92-C28A-4D8C-9AB0-44DFDEF99152}" presName="sibTrans" presStyleCnt="0"/>
      <dgm:spPr/>
    </dgm:pt>
    <dgm:pt modelId="{F9AC39E0-C34F-4965-AD1A-AC763F15796E}" type="pres">
      <dgm:prSet presAssocID="{1C657F7C-D529-49E3-BCCD-A9AA4BA8C79B}" presName="compNode" presStyleCnt="0"/>
      <dgm:spPr/>
    </dgm:pt>
    <dgm:pt modelId="{19BD828C-4EB6-466B-84A9-851B6812F910}" type="pres">
      <dgm:prSet presAssocID="{1C657F7C-D529-49E3-BCCD-A9AA4BA8C79B}" presName="bgRect" presStyleLbl="bgShp" presStyleIdx="1" presStyleCnt="4"/>
      <dgm:spPr/>
    </dgm:pt>
    <dgm:pt modelId="{DDBBF0F5-2983-48CF-862B-9BFCC1AF9785}" type="pres">
      <dgm:prSet presAssocID="{1C657F7C-D529-49E3-BCCD-A9AA4BA8C79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1FFBC3FA-177C-4F3C-8148-30961C54B8C1}" type="pres">
      <dgm:prSet presAssocID="{1C657F7C-D529-49E3-BCCD-A9AA4BA8C79B}" presName="spaceRect" presStyleCnt="0"/>
      <dgm:spPr/>
    </dgm:pt>
    <dgm:pt modelId="{991B56D1-87C6-4D81-A64E-787EFE973F24}" type="pres">
      <dgm:prSet presAssocID="{1C657F7C-D529-49E3-BCCD-A9AA4BA8C79B}" presName="parTx" presStyleLbl="revTx" presStyleIdx="1" presStyleCnt="4">
        <dgm:presLayoutVars>
          <dgm:chMax val="0"/>
          <dgm:chPref val="0"/>
        </dgm:presLayoutVars>
      </dgm:prSet>
      <dgm:spPr/>
    </dgm:pt>
    <dgm:pt modelId="{70861ED5-10E4-445C-9D8A-ECAD2AC03E67}" type="pres">
      <dgm:prSet presAssocID="{4ED2DAB9-E889-4774-84F5-C68C6DA32311}" presName="sibTrans" presStyleCnt="0"/>
      <dgm:spPr/>
    </dgm:pt>
    <dgm:pt modelId="{0654BCD5-31D6-468F-98F2-0FAA011CDB3C}" type="pres">
      <dgm:prSet presAssocID="{3298E103-31A5-4D2F-91DE-9385A1A4BDC7}" presName="compNode" presStyleCnt="0"/>
      <dgm:spPr/>
    </dgm:pt>
    <dgm:pt modelId="{06D4ECD6-FAA6-42CB-ACDD-AF5DB1E1E9D6}" type="pres">
      <dgm:prSet presAssocID="{3298E103-31A5-4D2F-91DE-9385A1A4BDC7}" presName="bgRect" presStyleLbl="bgShp" presStyleIdx="2" presStyleCnt="4"/>
      <dgm:spPr/>
    </dgm:pt>
    <dgm:pt modelId="{458440E0-3631-43C7-BAEC-3D87E1FE049C}" type="pres">
      <dgm:prSet presAssocID="{3298E103-31A5-4D2F-91DE-9385A1A4BDC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4B88137A-655B-4BC2-9A40-E4241AD471D6}" type="pres">
      <dgm:prSet presAssocID="{3298E103-31A5-4D2F-91DE-9385A1A4BDC7}" presName="spaceRect" presStyleCnt="0"/>
      <dgm:spPr/>
    </dgm:pt>
    <dgm:pt modelId="{2DD40CC6-1231-4DFE-BCD0-218E4BC39434}" type="pres">
      <dgm:prSet presAssocID="{3298E103-31A5-4D2F-91DE-9385A1A4BDC7}" presName="parTx" presStyleLbl="revTx" presStyleIdx="2" presStyleCnt="4">
        <dgm:presLayoutVars>
          <dgm:chMax val="0"/>
          <dgm:chPref val="0"/>
        </dgm:presLayoutVars>
      </dgm:prSet>
      <dgm:spPr/>
    </dgm:pt>
    <dgm:pt modelId="{891E71D8-8037-45EC-B078-B55E5B93A657}" type="pres">
      <dgm:prSet presAssocID="{FF96D9FB-57E3-47EB-9D8F-A543F142C4DE}" presName="sibTrans" presStyleCnt="0"/>
      <dgm:spPr/>
    </dgm:pt>
    <dgm:pt modelId="{24C8802B-8047-4C7C-A30B-C02AB15A94D7}" type="pres">
      <dgm:prSet presAssocID="{418C5B9A-C289-4E39-99EF-DE48E1B6BBDE}" presName="compNode" presStyleCnt="0"/>
      <dgm:spPr/>
    </dgm:pt>
    <dgm:pt modelId="{0D8F92B4-8263-447B-B0A9-E1A93FCF8FF6}" type="pres">
      <dgm:prSet presAssocID="{418C5B9A-C289-4E39-99EF-DE48E1B6BBDE}" presName="bgRect" presStyleLbl="bgShp" presStyleIdx="3" presStyleCnt="4"/>
      <dgm:spPr/>
    </dgm:pt>
    <dgm:pt modelId="{F0919211-D3AF-4A49-A754-7721F65EF53C}" type="pres">
      <dgm:prSet presAssocID="{418C5B9A-C289-4E39-99EF-DE48E1B6BB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F7318BC2-AD95-4C21-A619-925F59902ACE}" type="pres">
      <dgm:prSet presAssocID="{418C5B9A-C289-4E39-99EF-DE48E1B6BBDE}" presName="spaceRect" presStyleCnt="0"/>
      <dgm:spPr/>
    </dgm:pt>
    <dgm:pt modelId="{9A9FE7D1-3275-4BBB-9AF7-7B264932BEC1}" type="pres">
      <dgm:prSet presAssocID="{418C5B9A-C289-4E39-99EF-DE48E1B6BBD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B7E3804-F9A8-4FDB-892C-360D891FFD3E}" srcId="{9A888E3C-D951-4ED0-A6B4-BE93D771C285}" destId="{1D65293E-83D4-43EB-A816-8CEA8965CEF5}" srcOrd="0" destOrd="0" parTransId="{3261BAF9-C440-4284-AC07-BB79443FA106}" sibTransId="{BA076A92-C28A-4D8C-9AB0-44DFDEF99152}"/>
    <dgm:cxn modelId="{0287B014-E2DD-494E-9925-8DC80EE4CDD4}" srcId="{9A888E3C-D951-4ED0-A6B4-BE93D771C285}" destId="{1C657F7C-D529-49E3-BCCD-A9AA4BA8C79B}" srcOrd="1" destOrd="0" parTransId="{B0C37312-144D-449D-9AA4-EC30D2F6443B}" sibTransId="{4ED2DAB9-E889-4774-84F5-C68C6DA32311}"/>
    <dgm:cxn modelId="{3E5C9928-421B-4C24-A3A7-2C472AEA2046}" type="presOf" srcId="{418C5B9A-C289-4E39-99EF-DE48E1B6BBDE}" destId="{9A9FE7D1-3275-4BBB-9AF7-7B264932BEC1}" srcOrd="0" destOrd="0" presId="urn:microsoft.com/office/officeart/2018/2/layout/IconVerticalSolidList"/>
    <dgm:cxn modelId="{5E8D112F-66E0-4DCC-98BC-50F6CC2BD795}" type="presOf" srcId="{9A888E3C-D951-4ED0-A6B4-BE93D771C285}" destId="{BBF8AB8E-8B5E-43A2-9DF9-EAF61BDC96DC}" srcOrd="0" destOrd="0" presId="urn:microsoft.com/office/officeart/2018/2/layout/IconVerticalSolidList"/>
    <dgm:cxn modelId="{2CE0A738-FC6C-4F42-9F8F-B09304A56F67}" type="presOf" srcId="{1D65293E-83D4-43EB-A816-8CEA8965CEF5}" destId="{47329650-A6BD-4C22-B7F9-BCEF72DF8665}" srcOrd="0" destOrd="0" presId="urn:microsoft.com/office/officeart/2018/2/layout/IconVerticalSolidList"/>
    <dgm:cxn modelId="{1763CB43-97B5-4F9F-AA4B-89A57F026B9B}" type="presOf" srcId="{1C657F7C-D529-49E3-BCCD-A9AA4BA8C79B}" destId="{991B56D1-87C6-4D81-A64E-787EFE973F24}" srcOrd="0" destOrd="0" presId="urn:microsoft.com/office/officeart/2018/2/layout/IconVerticalSolidList"/>
    <dgm:cxn modelId="{EDE6A773-E66D-4158-A128-2C6F161C3DA5}" srcId="{9A888E3C-D951-4ED0-A6B4-BE93D771C285}" destId="{418C5B9A-C289-4E39-99EF-DE48E1B6BBDE}" srcOrd="3" destOrd="0" parTransId="{478A4CB3-A27F-4921-9A03-D291E31DF3A1}" sibTransId="{42A30A5E-16AB-482B-91B6-8F3EA51E3DC2}"/>
    <dgm:cxn modelId="{82341091-9B42-4403-B2DF-5DF0E8A1772B}" type="presOf" srcId="{3298E103-31A5-4D2F-91DE-9385A1A4BDC7}" destId="{2DD40CC6-1231-4DFE-BCD0-218E4BC39434}" srcOrd="0" destOrd="0" presId="urn:microsoft.com/office/officeart/2018/2/layout/IconVerticalSolidList"/>
    <dgm:cxn modelId="{96CF3799-ABE3-436E-B353-EF7603C2FE6E}" srcId="{9A888E3C-D951-4ED0-A6B4-BE93D771C285}" destId="{3298E103-31A5-4D2F-91DE-9385A1A4BDC7}" srcOrd="2" destOrd="0" parTransId="{697894BA-A280-491F-BDE1-A35C03552EB3}" sibTransId="{FF96D9FB-57E3-47EB-9D8F-A543F142C4DE}"/>
    <dgm:cxn modelId="{C9F005CB-BB5E-4CD8-BF7F-C08FAC45AD78}" type="presParOf" srcId="{BBF8AB8E-8B5E-43A2-9DF9-EAF61BDC96DC}" destId="{90BF7C7B-A9ED-46F3-AA9C-0A65DBBA9F03}" srcOrd="0" destOrd="0" presId="urn:microsoft.com/office/officeart/2018/2/layout/IconVerticalSolidList"/>
    <dgm:cxn modelId="{FBA165AE-2152-4609-9E66-247AC5AC3FF3}" type="presParOf" srcId="{90BF7C7B-A9ED-46F3-AA9C-0A65DBBA9F03}" destId="{85D2AA9C-5BEE-428A-8E56-269A527D5EEC}" srcOrd="0" destOrd="0" presId="urn:microsoft.com/office/officeart/2018/2/layout/IconVerticalSolidList"/>
    <dgm:cxn modelId="{5A7E1A78-FCBE-41C6-9105-0B6A24F10064}" type="presParOf" srcId="{90BF7C7B-A9ED-46F3-AA9C-0A65DBBA9F03}" destId="{910E827A-0924-4ABE-B822-C3182ED90E8A}" srcOrd="1" destOrd="0" presId="urn:microsoft.com/office/officeart/2018/2/layout/IconVerticalSolidList"/>
    <dgm:cxn modelId="{35CF3456-B206-42DA-A567-7F40F4847DF8}" type="presParOf" srcId="{90BF7C7B-A9ED-46F3-AA9C-0A65DBBA9F03}" destId="{745682F1-E549-46F6-8096-CBD16432CE59}" srcOrd="2" destOrd="0" presId="urn:microsoft.com/office/officeart/2018/2/layout/IconVerticalSolidList"/>
    <dgm:cxn modelId="{1E2632D5-4E58-4130-BF51-452961CD91EE}" type="presParOf" srcId="{90BF7C7B-A9ED-46F3-AA9C-0A65DBBA9F03}" destId="{47329650-A6BD-4C22-B7F9-BCEF72DF8665}" srcOrd="3" destOrd="0" presId="urn:microsoft.com/office/officeart/2018/2/layout/IconVerticalSolidList"/>
    <dgm:cxn modelId="{2D67ED55-3232-4656-8655-B8F4C4FD3687}" type="presParOf" srcId="{BBF8AB8E-8B5E-43A2-9DF9-EAF61BDC96DC}" destId="{0529358C-5473-4EB9-9AD4-678588009B4C}" srcOrd="1" destOrd="0" presId="urn:microsoft.com/office/officeart/2018/2/layout/IconVerticalSolidList"/>
    <dgm:cxn modelId="{305D2F90-B9FB-4892-B27A-392111121AA7}" type="presParOf" srcId="{BBF8AB8E-8B5E-43A2-9DF9-EAF61BDC96DC}" destId="{F9AC39E0-C34F-4965-AD1A-AC763F15796E}" srcOrd="2" destOrd="0" presId="urn:microsoft.com/office/officeart/2018/2/layout/IconVerticalSolidList"/>
    <dgm:cxn modelId="{74D5E1F4-BD67-43F0-99F3-B34E1D09998C}" type="presParOf" srcId="{F9AC39E0-C34F-4965-AD1A-AC763F15796E}" destId="{19BD828C-4EB6-466B-84A9-851B6812F910}" srcOrd="0" destOrd="0" presId="urn:microsoft.com/office/officeart/2018/2/layout/IconVerticalSolidList"/>
    <dgm:cxn modelId="{2C8F2871-A538-4BEA-8DA9-70AA6EFFB525}" type="presParOf" srcId="{F9AC39E0-C34F-4965-AD1A-AC763F15796E}" destId="{DDBBF0F5-2983-48CF-862B-9BFCC1AF9785}" srcOrd="1" destOrd="0" presId="urn:microsoft.com/office/officeart/2018/2/layout/IconVerticalSolidList"/>
    <dgm:cxn modelId="{EC11A98B-F9A4-4935-B42E-24A0808680BA}" type="presParOf" srcId="{F9AC39E0-C34F-4965-AD1A-AC763F15796E}" destId="{1FFBC3FA-177C-4F3C-8148-30961C54B8C1}" srcOrd="2" destOrd="0" presId="urn:microsoft.com/office/officeart/2018/2/layout/IconVerticalSolidList"/>
    <dgm:cxn modelId="{F9B20FB6-EEAA-4863-95C7-842B8E964A7A}" type="presParOf" srcId="{F9AC39E0-C34F-4965-AD1A-AC763F15796E}" destId="{991B56D1-87C6-4D81-A64E-787EFE973F24}" srcOrd="3" destOrd="0" presId="urn:microsoft.com/office/officeart/2018/2/layout/IconVerticalSolidList"/>
    <dgm:cxn modelId="{AAB99A49-103A-44F7-A51B-5317118A161A}" type="presParOf" srcId="{BBF8AB8E-8B5E-43A2-9DF9-EAF61BDC96DC}" destId="{70861ED5-10E4-445C-9D8A-ECAD2AC03E67}" srcOrd="3" destOrd="0" presId="urn:microsoft.com/office/officeart/2018/2/layout/IconVerticalSolidList"/>
    <dgm:cxn modelId="{C5B7393C-184B-4DA8-8331-C554CA599E09}" type="presParOf" srcId="{BBF8AB8E-8B5E-43A2-9DF9-EAF61BDC96DC}" destId="{0654BCD5-31D6-468F-98F2-0FAA011CDB3C}" srcOrd="4" destOrd="0" presId="urn:microsoft.com/office/officeart/2018/2/layout/IconVerticalSolidList"/>
    <dgm:cxn modelId="{64C93452-C480-4226-BBA1-75AEE953A309}" type="presParOf" srcId="{0654BCD5-31D6-468F-98F2-0FAA011CDB3C}" destId="{06D4ECD6-FAA6-42CB-ACDD-AF5DB1E1E9D6}" srcOrd="0" destOrd="0" presId="urn:microsoft.com/office/officeart/2018/2/layout/IconVerticalSolidList"/>
    <dgm:cxn modelId="{ECDAB17C-AAB5-4D6C-BD23-A3E1EE1975AA}" type="presParOf" srcId="{0654BCD5-31D6-468F-98F2-0FAA011CDB3C}" destId="{458440E0-3631-43C7-BAEC-3D87E1FE049C}" srcOrd="1" destOrd="0" presId="urn:microsoft.com/office/officeart/2018/2/layout/IconVerticalSolidList"/>
    <dgm:cxn modelId="{62629647-D935-40D9-907C-360F61B2D744}" type="presParOf" srcId="{0654BCD5-31D6-468F-98F2-0FAA011CDB3C}" destId="{4B88137A-655B-4BC2-9A40-E4241AD471D6}" srcOrd="2" destOrd="0" presId="urn:microsoft.com/office/officeart/2018/2/layout/IconVerticalSolidList"/>
    <dgm:cxn modelId="{74DFDD6D-03D3-47E0-AD67-52FCD09D57FB}" type="presParOf" srcId="{0654BCD5-31D6-468F-98F2-0FAA011CDB3C}" destId="{2DD40CC6-1231-4DFE-BCD0-218E4BC39434}" srcOrd="3" destOrd="0" presId="urn:microsoft.com/office/officeart/2018/2/layout/IconVerticalSolidList"/>
    <dgm:cxn modelId="{066EF363-A535-4878-BD4C-A8605CB1A060}" type="presParOf" srcId="{BBF8AB8E-8B5E-43A2-9DF9-EAF61BDC96DC}" destId="{891E71D8-8037-45EC-B078-B55E5B93A657}" srcOrd="5" destOrd="0" presId="urn:microsoft.com/office/officeart/2018/2/layout/IconVerticalSolidList"/>
    <dgm:cxn modelId="{1C738BC0-B1C7-4571-92A3-F0EAC7CF0A0A}" type="presParOf" srcId="{BBF8AB8E-8B5E-43A2-9DF9-EAF61BDC96DC}" destId="{24C8802B-8047-4C7C-A30B-C02AB15A94D7}" srcOrd="6" destOrd="0" presId="urn:microsoft.com/office/officeart/2018/2/layout/IconVerticalSolidList"/>
    <dgm:cxn modelId="{F659ECA8-D0A0-4985-B145-0A7BC2CB44A6}" type="presParOf" srcId="{24C8802B-8047-4C7C-A30B-C02AB15A94D7}" destId="{0D8F92B4-8263-447B-B0A9-E1A93FCF8FF6}" srcOrd="0" destOrd="0" presId="urn:microsoft.com/office/officeart/2018/2/layout/IconVerticalSolidList"/>
    <dgm:cxn modelId="{3DC60ACB-516D-4F47-854D-B434169BBB34}" type="presParOf" srcId="{24C8802B-8047-4C7C-A30B-C02AB15A94D7}" destId="{F0919211-D3AF-4A49-A754-7721F65EF53C}" srcOrd="1" destOrd="0" presId="urn:microsoft.com/office/officeart/2018/2/layout/IconVerticalSolidList"/>
    <dgm:cxn modelId="{659637E6-5474-4BED-89F6-D9FD5360490B}" type="presParOf" srcId="{24C8802B-8047-4C7C-A30B-C02AB15A94D7}" destId="{F7318BC2-AD95-4C21-A619-925F59902ACE}" srcOrd="2" destOrd="0" presId="urn:microsoft.com/office/officeart/2018/2/layout/IconVerticalSolidList"/>
    <dgm:cxn modelId="{1082F974-D77D-419F-990C-1A9C66B77265}" type="presParOf" srcId="{24C8802B-8047-4C7C-A30B-C02AB15A94D7}" destId="{9A9FE7D1-3275-4BBB-9AF7-7B264932BE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48A773E-A08B-4BD3-A73D-DE132627E5A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95C663-F33C-4158-BC1F-66F852F28578}">
      <dgm:prSet/>
      <dgm:spPr/>
      <dgm:t>
        <a:bodyPr/>
        <a:lstStyle/>
        <a:p>
          <a:r>
            <a:rPr lang="en-US"/>
            <a:t>What Went Well:</a:t>
          </a:r>
        </a:p>
      </dgm:t>
    </dgm:pt>
    <dgm:pt modelId="{7BF55F7A-3D47-44E3-8035-3E9638BCF859}" type="parTrans" cxnId="{4F19CC07-BAEA-4372-B0C7-C7540E29F05E}">
      <dgm:prSet/>
      <dgm:spPr/>
      <dgm:t>
        <a:bodyPr/>
        <a:lstStyle/>
        <a:p>
          <a:endParaRPr lang="en-US"/>
        </a:p>
      </dgm:t>
    </dgm:pt>
    <dgm:pt modelId="{C568E01C-A667-4B80-8E9B-CA8E0EB6F9CF}" type="sibTrans" cxnId="{4F19CC07-BAEA-4372-B0C7-C7540E29F05E}">
      <dgm:prSet/>
      <dgm:spPr/>
      <dgm:t>
        <a:bodyPr/>
        <a:lstStyle/>
        <a:p>
          <a:endParaRPr lang="en-US"/>
        </a:p>
      </dgm:t>
    </dgm:pt>
    <dgm:pt modelId="{73960A8B-4305-4E7F-9C4E-230878BDF38F}">
      <dgm:prSet/>
      <dgm:spPr/>
      <dgm:t>
        <a:bodyPr/>
        <a:lstStyle/>
        <a:p>
          <a:r>
            <a:rPr lang="en-US"/>
            <a:t>• Successful implementation of key features</a:t>
          </a:r>
        </a:p>
      </dgm:t>
    </dgm:pt>
    <dgm:pt modelId="{4614C239-0CC1-4C6E-9156-E41857BEC4D6}" type="parTrans" cxnId="{44CE181A-45D8-4076-AD90-270BF6D76215}">
      <dgm:prSet/>
      <dgm:spPr/>
      <dgm:t>
        <a:bodyPr/>
        <a:lstStyle/>
        <a:p>
          <a:endParaRPr lang="en-US"/>
        </a:p>
      </dgm:t>
    </dgm:pt>
    <dgm:pt modelId="{88D7D8BF-6BC3-42B8-9E18-58C28E10EE5A}" type="sibTrans" cxnId="{44CE181A-45D8-4076-AD90-270BF6D76215}">
      <dgm:prSet/>
      <dgm:spPr/>
      <dgm:t>
        <a:bodyPr/>
        <a:lstStyle/>
        <a:p>
          <a:endParaRPr lang="en-US"/>
        </a:p>
      </dgm:t>
    </dgm:pt>
    <dgm:pt modelId="{C6015179-2A15-4278-82F5-C994665CB86C}">
      <dgm:prSet/>
      <dgm:spPr/>
      <dgm:t>
        <a:bodyPr/>
        <a:lstStyle/>
        <a:p>
          <a:r>
            <a:rPr lang="en-US"/>
            <a:t>• Strong validation and error handling</a:t>
          </a:r>
        </a:p>
      </dgm:t>
    </dgm:pt>
    <dgm:pt modelId="{D00E3D6D-8EE5-4C82-A2A2-44CC76F10AAB}" type="parTrans" cxnId="{CDA4193E-47BE-4D1F-BA39-F8243115969C}">
      <dgm:prSet/>
      <dgm:spPr/>
      <dgm:t>
        <a:bodyPr/>
        <a:lstStyle/>
        <a:p>
          <a:endParaRPr lang="en-US"/>
        </a:p>
      </dgm:t>
    </dgm:pt>
    <dgm:pt modelId="{7A78FB05-DB38-4A36-8B7E-8A0896A5B82B}" type="sibTrans" cxnId="{CDA4193E-47BE-4D1F-BA39-F8243115969C}">
      <dgm:prSet/>
      <dgm:spPr/>
      <dgm:t>
        <a:bodyPr/>
        <a:lstStyle/>
        <a:p>
          <a:endParaRPr lang="en-US"/>
        </a:p>
      </dgm:t>
    </dgm:pt>
    <dgm:pt modelId="{7D6DE142-E5C6-44F5-B470-A4397FEA559B}">
      <dgm:prSet/>
      <dgm:spPr/>
      <dgm:t>
        <a:bodyPr/>
        <a:lstStyle/>
        <a:p>
          <a:r>
            <a:rPr lang="en-US"/>
            <a:t>• Scalable and flexible database system</a:t>
          </a:r>
        </a:p>
      </dgm:t>
    </dgm:pt>
    <dgm:pt modelId="{4660BBE1-F3B5-4330-9073-F2FE53F64354}" type="parTrans" cxnId="{639B3D18-22E0-40A3-8F30-5BD2219E6ADD}">
      <dgm:prSet/>
      <dgm:spPr/>
      <dgm:t>
        <a:bodyPr/>
        <a:lstStyle/>
        <a:p>
          <a:endParaRPr lang="en-US"/>
        </a:p>
      </dgm:t>
    </dgm:pt>
    <dgm:pt modelId="{61925780-8D47-4560-9666-29596D1583D5}" type="sibTrans" cxnId="{639B3D18-22E0-40A3-8F30-5BD2219E6ADD}">
      <dgm:prSet/>
      <dgm:spPr/>
      <dgm:t>
        <a:bodyPr/>
        <a:lstStyle/>
        <a:p>
          <a:endParaRPr lang="en-US"/>
        </a:p>
      </dgm:t>
    </dgm:pt>
    <dgm:pt modelId="{66FA7675-4ADC-40F6-B5AC-92B77E3F16EC}" type="pres">
      <dgm:prSet presAssocID="{D48A773E-A08B-4BD3-A73D-DE132627E5A2}" presName="vert0" presStyleCnt="0">
        <dgm:presLayoutVars>
          <dgm:dir/>
          <dgm:animOne val="branch"/>
          <dgm:animLvl val="lvl"/>
        </dgm:presLayoutVars>
      </dgm:prSet>
      <dgm:spPr/>
    </dgm:pt>
    <dgm:pt modelId="{FB7725B2-B09B-482F-8E9C-472BA0172E73}" type="pres">
      <dgm:prSet presAssocID="{2595C663-F33C-4158-BC1F-66F852F28578}" presName="thickLine" presStyleLbl="alignNode1" presStyleIdx="0" presStyleCnt="4"/>
      <dgm:spPr/>
    </dgm:pt>
    <dgm:pt modelId="{BC7E1D4F-CC4B-49E3-80F4-60F0058727C5}" type="pres">
      <dgm:prSet presAssocID="{2595C663-F33C-4158-BC1F-66F852F28578}" presName="horz1" presStyleCnt="0"/>
      <dgm:spPr/>
    </dgm:pt>
    <dgm:pt modelId="{7C4B7478-36D7-4A87-B075-D1B93131706D}" type="pres">
      <dgm:prSet presAssocID="{2595C663-F33C-4158-BC1F-66F852F28578}" presName="tx1" presStyleLbl="revTx" presStyleIdx="0" presStyleCnt="4"/>
      <dgm:spPr/>
    </dgm:pt>
    <dgm:pt modelId="{D9E01A23-DD61-42C7-A54B-E45CAFC5C1D0}" type="pres">
      <dgm:prSet presAssocID="{2595C663-F33C-4158-BC1F-66F852F28578}" presName="vert1" presStyleCnt="0"/>
      <dgm:spPr/>
    </dgm:pt>
    <dgm:pt modelId="{8F8FD2AB-0F10-4652-88D3-1C2305DB5097}" type="pres">
      <dgm:prSet presAssocID="{73960A8B-4305-4E7F-9C4E-230878BDF38F}" presName="thickLine" presStyleLbl="alignNode1" presStyleIdx="1" presStyleCnt="4"/>
      <dgm:spPr/>
    </dgm:pt>
    <dgm:pt modelId="{D38D51A5-0CA7-49DD-A048-FA6AB6E1F70A}" type="pres">
      <dgm:prSet presAssocID="{73960A8B-4305-4E7F-9C4E-230878BDF38F}" presName="horz1" presStyleCnt="0"/>
      <dgm:spPr/>
    </dgm:pt>
    <dgm:pt modelId="{8844F17E-3C96-4151-8BF1-D9BF2C7C2BBC}" type="pres">
      <dgm:prSet presAssocID="{73960A8B-4305-4E7F-9C4E-230878BDF38F}" presName="tx1" presStyleLbl="revTx" presStyleIdx="1" presStyleCnt="4"/>
      <dgm:spPr/>
    </dgm:pt>
    <dgm:pt modelId="{4099B59F-430C-42B5-A356-6EDF025EB78C}" type="pres">
      <dgm:prSet presAssocID="{73960A8B-4305-4E7F-9C4E-230878BDF38F}" presName="vert1" presStyleCnt="0"/>
      <dgm:spPr/>
    </dgm:pt>
    <dgm:pt modelId="{6D9F7A93-BA60-4D73-B0B2-D16694A70140}" type="pres">
      <dgm:prSet presAssocID="{C6015179-2A15-4278-82F5-C994665CB86C}" presName="thickLine" presStyleLbl="alignNode1" presStyleIdx="2" presStyleCnt="4"/>
      <dgm:spPr/>
    </dgm:pt>
    <dgm:pt modelId="{B914EF6B-B7B3-449A-A09C-77CF7215B593}" type="pres">
      <dgm:prSet presAssocID="{C6015179-2A15-4278-82F5-C994665CB86C}" presName="horz1" presStyleCnt="0"/>
      <dgm:spPr/>
    </dgm:pt>
    <dgm:pt modelId="{31BCE787-9C42-4932-AFA4-E746FE096CBE}" type="pres">
      <dgm:prSet presAssocID="{C6015179-2A15-4278-82F5-C994665CB86C}" presName="tx1" presStyleLbl="revTx" presStyleIdx="2" presStyleCnt="4"/>
      <dgm:spPr/>
    </dgm:pt>
    <dgm:pt modelId="{D567D30A-4199-4CD5-B4E4-75948D051AA9}" type="pres">
      <dgm:prSet presAssocID="{C6015179-2A15-4278-82F5-C994665CB86C}" presName="vert1" presStyleCnt="0"/>
      <dgm:spPr/>
    </dgm:pt>
    <dgm:pt modelId="{7465AD46-0D4A-4718-8D27-7BF82FDE57BC}" type="pres">
      <dgm:prSet presAssocID="{7D6DE142-E5C6-44F5-B470-A4397FEA559B}" presName="thickLine" presStyleLbl="alignNode1" presStyleIdx="3" presStyleCnt="4"/>
      <dgm:spPr/>
    </dgm:pt>
    <dgm:pt modelId="{5E3D444D-692D-4C4E-A613-1BD9B26A66FE}" type="pres">
      <dgm:prSet presAssocID="{7D6DE142-E5C6-44F5-B470-A4397FEA559B}" presName="horz1" presStyleCnt="0"/>
      <dgm:spPr/>
    </dgm:pt>
    <dgm:pt modelId="{8532A5EA-297F-4C62-BCFE-7330CF531E1D}" type="pres">
      <dgm:prSet presAssocID="{7D6DE142-E5C6-44F5-B470-A4397FEA559B}" presName="tx1" presStyleLbl="revTx" presStyleIdx="3" presStyleCnt="4"/>
      <dgm:spPr/>
    </dgm:pt>
    <dgm:pt modelId="{C3F176D7-706C-493B-9995-874D3141D911}" type="pres">
      <dgm:prSet presAssocID="{7D6DE142-E5C6-44F5-B470-A4397FEA559B}" presName="vert1" presStyleCnt="0"/>
      <dgm:spPr/>
    </dgm:pt>
  </dgm:ptLst>
  <dgm:cxnLst>
    <dgm:cxn modelId="{4F19CC07-BAEA-4372-B0C7-C7540E29F05E}" srcId="{D48A773E-A08B-4BD3-A73D-DE132627E5A2}" destId="{2595C663-F33C-4158-BC1F-66F852F28578}" srcOrd="0" destOrd="0" parTransId="{7BF55F7A-3D47-44E3-8035-3E9638BCF859}" sibTransId="{C568E01C-A667-4B80-8E9B-CA8E0EB6F9CF}"/>
    <dgm:cxn modelId="{639B3D18-22E0-40A3-8F30-5BD2219E6ADD}" srcId="{D48A773E-A08B-4BD3-A73D-DE132627E5A2}" destId="{7D6DE142-E5C6-44F5-B470-A4397FEA559B}" srcOrd="3" destOrd="0" parTransId="{4660BBE1-F3B5-4330-9073-F2FE53F64354}" sibTransId="{61925780-8D47-4560-9666-29596D1583D5}"/>
    <dgm:cxn modelId="{44CE181A-45D8-4076-AD90-270BF6D76215}" srcId="{D48A773E-A08B-4BD3-A73D-DE132627E5A2}" destId="{73960A8B-4305-4E7F-9C4E-230878BDF38F}" srcOrd="1" destOrd="0" parTransId="{4614C239-0CC1-4C6E-9156-E41857BEC4D6}" sibTransId="{88D7D8BF-6BC3-42B8-9E18-58C28E10EE5A}"/>
    <dgm:cxn modelId="{A8794938-E2D3-40F7-80E4-8298ED8A3F0D}" type="presOf" srcId="{D48A773E-A08B-4BD3-A73D-DE132627E5A2}" destId="{66FA7675-4ADC-40F6-B5AC-92B77E3F16EC}" srcOrd="0" destOrd="0" presId="urn:microsoft.com/office/officeart/2008/layout/LinedList"/>
    <dgm:cxn modelId="{CDA4193E-47BE-4D1F-BA39-F8243115969C}" srcId="{D48A773E-A08B-4BD3-A73D-DE132627E5A2}" destId="{C6015179-2A15-4278-82F5-C994665CB86C}" srcOrd="2" destOrd="0" parTransId="{D00E3D6D-8EE5-4C82-A2A2-44CC76F10AAB}" sibTransId="{7A78FB05-DB38-4A36-8B7E-8A0896A5B82B}"/>
    <dgm:cxn modelId="{09415154-ADC5-402C-A1CF-E3BA65D491B2}" type="presOf" srcId="{73960A8B-4305-4E7F-9C4E-230878BDF38F}" destId="{8844F17E-3C96-4151-8BF1-D9BF2C7C2BBC}" srcOrd="0" destOrd="0" presId="urn:microsoft.com/office/officeart/2008/layout/LinedList"/>
    <dgm:cxn modelId="{3BAFA78A-11A2-43ED-924B-233A8D494D43}" type="presOf" srcId="{C6015179-2A15-4278-82F5-C994665CB86C}" destId="{31BCE787-9C42-4932-AFA4-E746FE096CBE}" srcOrd="0" destOrd="0" presId="urn:microsoft.com/office/officeart/2008/layout/LinedList"/>
    <dgm:cxn modelId="{D1CADA9D-E3C6-488A-972A-E0A6B2AD722A}" type="presOf" srcId="{2595C663-F33C-4158-BC1F-66F852F28578}" destId="{7C4B7478-36D7-4A87-B075-D1B93131706D}" srcOrd="0" destOrd="0" presId="urn:microsoft.com/office/officeart/2008/layout/LinedList"/>
    <dgm:cxn modelId="{2D6B38D9-474A-46B3-B053-681F1F980FD8}" type="presOf" srcId="{7D6DE142-E5C6-44F5-B470-A4397FEA559B}" destId="{8532A5EA-297F-4C62-BCFE-7330CF531E1D}" srcOrd="0" destOrd="0" presId="urn:microsoft.com/office/officeart/2008/layout/LinedList"/>
    <dgm:cxn modelId="{5BE0B883-07E3-4CEC-9B86-119DC994D93C}" type="presParOf" srcId="{66FA7675-4ADC-40F6-B5AC-92B77E3F16EC}" destId="{FB7725B2-B09B-482F-8E9C-472BA0172E73}" srcOrd="0" destOrd="0" presId="urn:microsoft.com/office/officeart/2008/layout/LinedList"/>
    <dgm:cxn modelId="{47F42B66-8762-418F-9EC0-E7C258568132}" type="presParOf" srcId="{66FA7675-4ADC-40F6-B5AC-92B77E3F16EC}" destId="{BC7E1D4F-CC4B-49E3-80F4-60F0058727C5}" srcOrd="1" destOrd="0" presId="urn:microsoft.com/office/officeart/2008/layout/LinedList"/>
    <dgm:cxn modelId="{341D2397-0FE8-461B-9113-F49CD581E57C}" type="presParOf" srcId="{BC7E1D4F-CC4B-49E3-80F4-60F0058727C5}" destId="{7C4B7478-36D7-4A87-B075-D1B93131706D}" srcOrd="0" destOrd="0" presId="urn:microsoft.com/office/officeart/2008/layout/LinedList"/>
    <dgm:cxn modelId="{DCBCA16F-87B2-4DD5-87B2-776D193D3E2B}" type="presParOf" srcId="{BC7E1D4F-CC4B-49E3-80F4-60F0058727C5}" destId="{D9E01A23-DD61-42C7-A54B-E45CAFC5C1D0}" srcOrd="1" destOrd="0" presId="urn:microsoft.com/office/officeart/2008/layout/LinedList"/>
    <dgm:cxn modelId="{20B56D40-A215-42C3-AA37-411DCD76286C}" type="presParOf" srcId="{66FA7675-4ADC-40F6-B5AC-92B77E3F16EC}" destId="{8F8FD2AB-0F10-4652-88D3-1C2305DB5097}" srcOrd="2" destOrd="0" presId="urn:microsoft.com/office/officeart/2008/layout/LinedList"/>
    <dgm:cxn modelId="{FDB4F7D8-2F6C-4833-A49C-5FFBC8ACE805}" type="presParOf" srcId="{66FA7675-4ADC-40F6-B5AC-92B77E3F16EC}" destId="{D38D51A5-0CA7-49DD-A048-FA6AB6E1F70A}" srcOrd="3" destOrd="0" presId="urn:microsoft.com/office/officeart/2008/layout/LinedList"/>
    <dgm:cxn modelId="{5A43FABC-21C7-4A94-9B45-3B16F25517C8}" type="presParOf" srcId="{D38D51A5-0CA7-49DD-A048-FA6AB6E1F70A}" destId="{8844F17E-3C96-4151-8BF1-D9BF2C7C2BBC}" srcOrd="0" destOrd="0" presId="urn:microsoft.com/office/officeart/2008/layout/LinedList"/>
    <dgm:cxn modelId="{69278CF3-91E2-4958-8DAA-7CAFA59AFB9B}" type="presParOf" srcId="{D38D51A5-0CA7-49DD-A048-FA6AB6E1F70A}" destId="{4099B59F-430C-42B5-A356-6EDF025EB78C}" srcOrd="1" destOrd="0" presId="urn:microsoft.com/office/officeart/2008/layout/LinedList"/>
    <dgm:cxn modelId="{16E2AC57-9FE8-4390-8F11-805AB0B039A3}" type="presParOf" srcId="{66FA7675-4ADC-40F6-B5AC-92B77E3F16EC}" destId="{6D9F7A93-BA60-4D73-B0B2-D16694A70140}" srcOrd="4" destOrd="0" presId="urn:microsoft.com/office/officeart/2008/layout/LinedList"/>
    <dgm:cxn modelId="{6E9741E9-63EB-4E2F-91CA-1B770FA19EFB}" type="presParOf" srcId="{66FA7675-4ADC-40F6-B5AC-92B77E3F16EC}" destId="{B914EF6B-B7B3-449A-A09C-77CF7215B593}" srcOrd="5" destOrd="0" presId="urn:microsoft.com/office/officeart/2008/layout/LinedList"/>
    <dgm:cxn modelId="{794AE448-E126-4472-994B-CF4E088F1F9E}" type="presParOf" srcId="{B914EF6B-B7B3-449A-A09C-77CF7215B593}" destId="{31BCE787-9C42-4932-AFA4-E746FE096CBE}" srcOrd="0" destOrd="0" presId="urn:microsoft.com/office/officeart/2008/layout/LinedList"/>
    <dgm:cxn modelId="{01A9CCF0-A372-4975-BF26-2D6BA9513A6C}" type="presParOf" srcId="{B914EF6B-B7B3-449A-A09C-77CF7215B593}" destId="{D567D30A-4199-4CD5-B4E4-75948D051AA9}" srcOrd="1" destOrd="0" presId="urn:microsoft.com/office/officeart/2008/layout/LinedList"/>
    <dgm:cxn modelId="{EE8FBAE1-35CA-4830-94DC-7CE0E91F8EDA}" type="presParOf" srcId="{66FA7675-4ADC-40F6-B5AC-92B77E3F16EC}" destId="{7465AD46-0D4A-4718-8D27-7BF82FDE57BC}" srcOrd="6" destOrd="0" presId="urn:microsoft.com/office/officeart/2008/layout/LinedList"/>
    <dgm:cxn modelId="{E096DAC7-4B64-4BD1-9B51-004FCF844FAE}" type="presParOf" srcId="{66FA7675-4ADC-40F6-B5AC-92B77E3F16EC}" destId="{5E3D444D-692D-4C4E-A613-1BD9B26A66FE}" srcOrd="7" destOrd="0" presId="urn:microsoft.com/office/officeart/2008/layout/LinedList"/>
    <dgm:cxn modelId="{135183B7-516D-401D-84B5-1862A71ABA12}" type="presParOf" srcId="{5E3D444D-692D-4C4E-A613-1BD9B26A66FE}" destId="{8532A5EA-297F-4C62-BCFE-7330CF531E1D}" srcOrd="0" destOrd="0" presId="urn:microsoft.com/office/officeart/2008/layout/LinedList"/>
    <dgm:cxn modelId="{386B812E-1CC8-4483-B255-696269B1D67C}" type="presParOf" srcId="{5E3D444D-692D-4C4E-A613-1BD9B26A66FE}" destId="{C3F176D7-706C-493B-9995-874D3141D9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A5DC07-E636-473F-8C21-34F32B12E5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63A70CD8-14D3-4ED8-818E-A6DF79CD9C30}">
      <dgm:prSet/>
      <dgm:spPr/>
      <dgm:t>
        <a:bodyPr/>
        <a:lstStyle/>
        <a:p>
          <a:r>
            <a:rPr lang="en-US"/>
            <a:t>• Improve database optimization techniques</a:t>
          </a:r>
        </a:p>
      </dgm:t>
    </dgm:pt>
    <dgm:pt modelId="{5928982D-D7F9-4CF2-884C-7194A859317C}" type="parTrans" cxnId="{E6565B34-80FB-4CFD-BAA4-850F28865E9F}">
      <dgm:prSet/>
      <dgm:spPr/>
      <dgm:t>
        <a:bodyPr/>
        <a:lstStyle/>
        <a:p>
          <a:endParaRPr lang="en-US"/>
        </a:p>
      </dgm:t>
    </dgm:pt>
    <dgm:pt modelId="{D05419C5-33F1-415A-BE61-4BF0927B2712}" type="sibTrans" cxnId="{E6565B34-80FB-4CFD-BAA4-850F28865E9F}">
      <dgm:prSet/>
      <dgm:spPr/>
      <dgm:t>
        <a:bodyPr/>
        <a:lstStyle/>
        <a:p>
          <a:endParaRPr lang="en-US"/>
        </a:p>
      </dgm:t>
    </dgm:pt>
    <dgm:pt modelId="{270A1508-765E-4ED4-A960-3585106FBB35}">
      <dgm:prSet/>
      <dgm:spPr/>
      <dgm:t>
        <a:bodyPr/>
        <a:lstStyle/>
        <a:p>
          <a:r>
            <a:rPr lang="en-US"/>
            <a:t>• Enhance automation with stored procedures</a:t>
          </a:r>
        </a:p>
      </dgm:t>
    </dgm:pt>
    <dgm:pt modelId="{356EDEB2-F4C6-4100-8334-4B040951B44C}" type="parTrans" cxnId="{27C8ED6D-AD9B-488D-B008-4C4F7DD8A041}">
      <dgm:prSet/>
      <dgm:spPr/>
      <dgm:t>
        <a:bodyPr/>
        <a:lstStyle/>
        <a:p>
          <a:endParaRPr lang="en-US"/>
        </a:p>
      </dgm:t>
    </dgm:pt>
    <dgm:pt modelId="{228A31BC-A437-49B9-828B-F945B27F94AE}" type="sibTrans" cxnId="{27C8ED6D-AD9B-488D-B008-4C4F7DD8A041}">
      <dgm:prSet/>
      <dgm:spPr/>
      <dgm:t>
        <a:bodyPr/>
        <a:lstStyle/>
        <a:p>
          <a:endParaRPr lang="en-US"/>
        </a:p>
      </dgm:t>
    </dgm:pt>
    <dgm:pt modelId="{31AA0A32-2B09-4098-BDFB-E8937FC39E12}">
      <dgm:prSet/>
      <dgm:spPr/>
      <dgm:t>
        <a:bodyPr/>
        <a:lstStyle/>
        <a:p>
          <a:r>
            <a:rPr lang="en-US"/>
            <a:t>• Refine UI/UX for better usability</a:t>
          </a:r>
        </a:p>
      </dgm:t>
    </dgm:pt>
    <dgm:pt modelId="{4A7CFA8D-E65F-4E01-812B-6E830BEFE4AF}" type="parTrans" cxnId="{C338842A-00D2-4AAA-973B-5453E563CA54}">
      <dgm:prSet/>
      <dgm:spPr/>
      <dgm:t>
        <a:bodyPr/>
        <a:lstStyle/>
        <a:p>
          <a:endParaRPr lang="en-US"/>
        </a:p>
      </dgm:t>
    </dgm:pt>
    <dgm:pt modelId="{77286C9C-6FCE-4736-8588-BF036D092C4F}" type="sibTrans" cxnId="{C338842A-00D2-4AAA-973B-5453E563CA54}">
      <dgm:prSet/>
      <dgm:spPr/>
      <dgm:t>
        <a:bodyPr/>
        <a:lstStyle/>
        <a:p>
          <a:endParaRPr lang="en-US"/>
        </a:p>
      </dgm:t>
    </dgm:pt>
    <dgm:pt modelId="{1C12D4BE-4755-4AB9-B91A-83C2BDB80DAE}" type="pres">
      <dgm:prSet presAssocID="{73A5DC07-E636-473F-8C21-34F32B12E5DD}" presName="root" presStyleCnt="0">
        <dgm:presLayoutVars>
          <dgm:dir/>
          <dgm:resizeHandles val="exact"/>
        </dgm:presLayoutVars>
      </dgm:prSet>
      <dgm:spPr/>
    </dgm:pt>
    <dgm:pt modelId="{7F989FD8-9127-4462-82EB-53CD0204A83A}" type="pres">
      <dgm:prSet presAssocID="{63A70CD8-14D3-4ED8-818E-A6DF79CD9C30}" presName="compNode" presStyleCnt="0"/>
      <dgm:spPr/>
    </dgm:pt>
    <dgm:pt modelId="{31047447-BAD9-4EDD-8BBA-CFA91C1331C0}" type="pres">
      <dgm:prSet presAssocID="{63A70CD8-14D3-4ED8-818E-A6DF79CD9C30}" presName="bgRect" presStyleLbl="bgShp" presStyleIdx="0" presStyleCnt="3"/>
      <dgm:spPr/>
    </dgm:pt>
    <dgm:pt modelId="{26DF46D7-96A7-4773-80E9-B5E70DD27190}" type="pres">
      <dgm:prSet presAssocID="{63A70CD8-14D3-4ED8-818E-A6DF79CD9C3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FDFBF99-9D49-49D5-840B-2EAFB8DB1AC5}" type="pres">
      <dgm:prSet presAssocID="{63A70CD8-14D3-4ED8-818E-A6DF79CD9C30}" presName="spaceRect" presStyleCnt="0"/>
      <dgm:spPr/>
    </dgm:pt>
    <dgm:pt modelId="{3207E66C-AD03-4B54-B486-AEC1DA8D91F4}" type="pres">
      <dgm:prSet presAssocID="{63A70CD8-14D3-4ED8-818E-A6DF79CD9C30}" presName="parTx" presStyleLbl="revTx" presStyleIdx="0" presStyleCnt="3">
        <dgm:presLayoutVars>
          <dgm:chMax val="0"/>
          <dgm:chPref val="0"/>
        </dgm:presLayoutVars>
      </dgm:prSet>
      <dgm:spPr/>
    </dgm:pt>
    <dgm:pt modelId="{18615ACF-B193-4A5C-AB4E-81760B68BF99}" type="pres">
      <dgm:prSet presAssocID="{D05419C5-33F1-415A-BE61-4BF0927B2712}" presName="sibTrans" presStyleCnt="0"/>
      <dgm:spPr/>
    </dgm:pt>
    <dgm:pt modelId="{E374E482-9C34-4F97-AEBF-739BBDCF4B4D}" type="pres">
      <dgm:prSet presAssocID="{270A1508-765E-4ED4-A960-3585106FBB35}" presName="compNode" presStyleCnt="0"/>
      <dgm:spPr/>
    </dgm:pt>
    <dgm:pt modelId="{BE69B187-1CB5-4AB7-AB9C-E38D2FF205B0}" type="pres">
      <dgm:prSet presAssocID="{270A1508-765E-4ED4-A960-3585106FBB35}" presName="bgRect" presStyleLbl="bgShp" presStyleIdx="1" presStyleCnt="3"/>
      <dgm:spPr/>
    </dgm:pt>
    <dgm:pt modelId="{3011279F-025F-438E-B498-0608458F7202}" type="pres">
      <dgm:prSet presAssocID="{270A1508-765E-4ED4-A960-3585106FBB3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E87314A-2759-483A-9712-76B2E5363F75}" type="pres">
      <dgm:prSet presAssocID="{270A1508-765E-4ED4-A960-3585106FBB35}" presName="spaceRect" presStyleCnt="0"/>
      <dgm:spPr/>
    </dgm:pt>
    <dgm:pt modelId="{329BF5CC-F899-4C83-A61A-917FEBC18387}" type="pres">
      <dgm:prSet presAssocID="{270A1508-765E-4ED4-A960-3585106FBB35}" presName="parTx" presStyleLbl="revTx" presStyleIdx="1" presStyleCnt="3">
        <dgm:presLayoutVars>
          <dgm:chMax val="0"/>
          <dgm:chPref val="0"/>
        </dgm:presLayoutVars>
      </dgm:prSet>
      <dgm:spPr/>
    </dgm:pt>
    <dgm:pt modelId="{AA1856D5-DE2E-4264-A85F-13D1DA677008}" type="pres">
      <dgm:prSet presAssocID="{228A31BC-A437-49B9-828B-F945B27F94AE}" presName="sibTrans" presStyleCnt="0"/>
      <dgm:spPr/>
    </dgm:pt>
    <dgm:pt modelId="{007B4B93-A67B-445D-9518-4E7F23E2B40B}" type="pres">
      <dgm:prSet presAssocID="{31AA0A32-2B09-4098-BDFB-E8937FC39E12}" presName="compNode" presStyleCnt="0"/>
      <dgm:spPr/>
    </dgm:pt>
    <dgm:pt modelId="{9A14F679-9203-4ECF-BF1D-22EE4975E76C}" type="pres">
      <dgm:prSet presAssocID="{31AA0A32-2B09-4098-BDFB-E8937FC39E12}" presName="bgRect" presStyleLbl="bgShp" presStyleIdx="2" presStyleCnt="3"/>
      <dgm:spPr/>
    </dgm:pt>
    <dgm:pt modelId="{5F9E3DA4-4314-4703-B51A-E8717C6F1B20}" type="pres">
      <dgm:prSet presAssocID="{31AA0A32-2B09-4098-BDFB-E8937FC39E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4885FCF-0059-4E23-A40D-B9B6BC2BABE0}" type="pres">
      <dgm:prSet presAssocID="{31AA0A32-2B09-4098-BDFB-E8937FC39E12}" presName="spaceRect" presStyleCnt="0"/>
      <dgm:spPr/>
    </dgm:pt>
    <dgm:pt modelId="{3D2B5E28-E437-4154-9AF3-1BDB5CD65EE9}" type="pres">
      <dgm:prSet presAssocID="{31AA0A32-2B09-4098-BDFB-E8937FC39E1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338842A-00D2-4AAA-973B-5453E563CA54}" srcId="{73A5DC07-E636-473F-8C21-34F32B12E5DD}" destId="{31AA0A32-2B09-4098-BDFB-E8937FC39E12}" srcOrd="2" destOrd="0" parTransId="{4A7CFA8D-E65F-4E01-812B-6E830BEFE4AF}" sibTransId="{77286C9C-6FCE-4736-8588-BF036D092C4F}"/>
    <dgm:cxn modelId="{E6565B34-80FB-4CFD-BAA4-850F28865E9F}" srcId="{73A5DC07-E636-473F-8C21-34F32B12E5DD}" destId="{63A70CD8-14D3-4ED8-818E-A6DF79CD9C30}" srcOrd="0" destOrd="0" parTransId="{5928982D-D7F9-4CF2-884C-7194A859317C}" sibTransId="{D05419C5-33F1-415A-BE61-4BF0927B2712}"/>
    <dgm:cxn modelId="{658EB96B-9032-4D22-9541-0587EB6BED04}" type="presOf" srcId="{31AA0A32-2B09-4098-BDFB-E8937FC39E12}" destId="{3D2B5E28-E437-4154-9AF3-1BDB5CD65EE9}" srcOrd="0" destOrd="0" presId="urn:microsoft.com/office/officeart/2018/2/layout/IconVerticalSolidList"/>
    <dgm:cxn modelId="{27C8ED6D-AD9B-488D-B008-4C4F7DD8A041}" srcId="{73A5DC07-E636-473F-8C21-34F32B12E5DD}" destId="{270A1508-765E-4ED4-A960-3585106FBB35}" srcOrd="1" destOrd="0" parTransId="{356EDEB2-F4C6-4100-8334-4B040951B44C}" sibTransId="{228A31BC-A437-49B9-828B-F945B27F94AE}"/>
    <dgm:cxn modelId="{9D18A87C-DFB4-48A1-AF86-808551783534}" type="presOf" srcId="{73A5DC07-E636-473F-8C21-34F32B12E5DD}" destId="{1C12D4BE-4755-4AB9-B91A-83C2BDB80DAE}" srcOrd="0" destOrd="0" presId="urn:microsoft.com/office/officeart/2018/2/layout/IconVerticalSolidList"/>
    <dgm:cxn modelId="{0BB095B5-E2BD-40E3-940A-24EA3ACC50AC}" type="presOf" srcId="{270A1508-765E-4ED4-A960-3585106FBB35}" destId="{329BF5CC-F899-4C83-A61A-917FEBC18387}" srcOrd="0" destOrd="0" presId="urn:microsoft.com/office/officeart/2018/2/layout/IconVerticalSolidList"/>
    <dgm:cxn modelId="{BA4E8CF9-01DA-4A6D-9253-9BA5F840DD3A}" type="presOf" srcId="{63A70CD8-14D3-4ED8-818E-A6DF79CD9C30}" destId="{3207E66C-AD03-4B54-B486-AEC1DA8D91F4}" srcOrd="0" destOrd="0" presId="urn:microsoft.com/office/officeart/2018/2/layout/IconVerticalSolidList"/>
    <dgm:cxn modelId="{1A2C6089-59FB-40D5-AA35-1A5B618BDCA3}" type="presParOf" srcId="{1C12D4BE-4755-4AB9-B91A-83C2BDB80DAE}" destId="{7F989FD8-9127-4462-82EB-53CD0204A83A}" srcOrd="0" destOrd="0" presId="urn:microsoft.com/office/officeart/2018/2/layout/IconVerticalSolidList"/>
    <dgm:cxn modelId="{D3104C9D-5EEB-4B7A-9011-6FA6C1ADCF75}" type="presParOf" srcId="{7F989FD8-9127-4462-82EB-53CD0204A83A}" destId="{31047447-BAD9-4EDD-8BBA-CFA91C1331C0}" srcOrd="0" destOrd="0" presId="urn:microsoft.com/office/officeart/2018/2/layout/IconVerticalSolidList"/>
    <dgm:cxn modelId="{B102FFC8-3E55-4B47-BFF1-BC2C1EA4CA1F}" type="presParOf" srcId="{7F989FD8-9127-4462-82EB-53CD0204A83A}" destId="{26DF46D7-96A7-4773-80E9-B5E70DD27190}" srcOrd="1" destOrd="0" presId="urn:microsoft.com/office/officeart/2018/2/layout/IconVerticalSolidList"/>
    <dgm:cxn modelId="{89CD66D7-91DC-4A06-AADB-613889924767}" type="presParOf" srcId="{7F989FD8-9127-4462-82EB-53CD0204A83A}" destId="{BFDFBF99-9D49-49D5-840B-2EAFB8DB1AC5}" srcOrd="2" destOrd="0" presId="urn:microsoft.com/office/officeart/2018/2/layout/IconVerticalSolidList"/>
    <dgm:cxn modelId="{0F1A395E-3C2F-49B9-A5D2-09B7D9FFA06F}" type="presParOf" srcId="{7F989FD8-9127-4462-82EB-53CD0204A83A}" destId="{3207E66C-AD03-4B54-B486-AEC1DA8D91F4}" srcOrd="3" destOrd="0" presId="urn:microsoft.com/office/officeart/2018/2/layout/IconVerticalSolidList"/>
    <dgm:cxn modelId="{37A8702C-2BB4-44EA-9547-C8F0C4332BB5}" type="presParOf" srcId="{1C12D4BE-4755-4AB9-B91A-83C2BDB80DAE}" destId="{18615ACF-B193-4A5C-AB4E-81760B68BF99}" srcOrd="1" destOrd="0" presId="urn:microsoft.com/office/officeart/2018/2/layout/IconVerticalSolidList"/>
    <dgm:cxn modelId="{899DEFAA-2D27-495F-BCA2-50BEBF442961}" type="presParOf" srcId="{1C12D4BE-4755-4AB9-B91A-83C2BDB80DAE}" destId="{E374E482-9C34-4F97-AEBF-739BBDCF4B4D}" srcOrd="2" destOrd="0" presId="urn:microsoft.com/office/officeart/2018/2/layout/IconVerticalSolidList"/>
    <dgm:cxn modelId="{12511C4F-BE9E-4A66-BC00-A2A05CF5459F}" type="presParOf" srcId="{E374E482-9C34-4F97-AEBF-739BBDCF4B4D}" destId="{BE69B187-1CB5-4AB7-AB9C-E38D2FF205B0}" srcOrd="0" destOrd="0" presId="urn:microsoft.com/office/officeart/2018/2/layout/IconVerticalSolidList"/>
    <dgm:cxn modelId="{1B1FB176-2196-43B9-BC14-379D72C30EAB}" type="presParOf" srcId="{E374E482-9C34-4F97-AEBF-739BBDCF4B4D}" destId="{3011279F-025F-438E-B498-0608458F7202}" srcOrd="1" destOrd="0" presId="urn:microsoft.com/office/officeart/2018/2/layout/IconVerticalSolidList"/>
    <dgm:cxn modelId="{3F3BA930-7410-4D19-B066-DFDAB0CE66E2}" type="presParOf" srcId="{E374E482-9C34-4F97-AEBF-739BBDCF4B4D}" destId="{0E87314A-2759-483A-9712-76B2E5363F75}" srcOrd="2" destOrd="0" presId="urn:microsoft.com/office/officeart/2018/2/layout/IconVerticalSolidList"/>
    <dgm:cxn modelId="{2746BCDD-AAFF-4034-98BB-2232C0011A29}" type="presParOf" srcId="{E374E482-9C34-4F97-AEBF-739BBDCF4B4D}" destId="{329BF5CC-F899-4C83-A61A-917FEBC18387}" srcOrd="3" destOrd="0" presId="urn:microsoft.com/office/officeart/2018/2/layout/IconVerticalSolidList"/>
    <dgm:cxn modelId="{E3598F3F-49C5-4C73-B3BA-148147F3E41F}" type="presParOf" srcId="{1C12D4BE-4755-4AB9-B91A-83C2BDB80DAE}" destId="{AA1856D5-DE2E-4264-A85F-13D1DA677008}" srcOrd="3" destOrd="0" presId="urn:microsoft.com/office/officeart/2018/2/layout/IconVerticalSolidList"/>
    <dgm:cxn modelId="{C0DF2C5F-D0EE-4556-B367-FF5981DB05DA}" type="presParOf" srcId="{1C12D4BE-4755-4AB9-B91A-83C2BDB80DAE}" destId="{007B4B93-A67B-445D-9518-4E7F23E2B40B}" srcOrd="4" destOrd="0" presId="urn:microsoft.com/office/officeart/2018/2/layout/IconVerticalSolidList"/>
    <dgm:cxn modelId="{CC602B93-BF3F-47D1-81BE-7107AAA6339E}" type="presParOf" srcId="{007B4B93-A67B-445D-9518-4E7F23E2B40B}" destId="{9A14F679-9203-4ECF-BF1D-22EE4975E76C}" srcOrd="0" destOrd="0" presId="urn:microsoft.com/office/officeart/2018/2/layout/IconVerticalSolidList"/>
    <dgm:cxn modelId="{C62EC195-D25B-4ABF-94C0-F44A2C6E4543}" type="presParOf" srcId="{007B4B93-A67B-445D-9518-4E7F23E2B40B}" destId="{5F9E3DA4-4314-4703-B51A-E8717C6F1B20}" srcOrd="1" destOrd="0" presId="urn:microsoft.com/office/officeart/2018/2/layout/IconVerticalSolidList"/>
    <dgm:cxn modelId="{B9BE92A0-93BC-4055-A2A7-3B868F648769}" type="presParOf" srcId="{007B4B93-A67B-445D-9518-4E7F23E2B40B}" destId="{C4885FCF-0059-4E23-A40D-B9B6BC2BABE0}" srcOrd="2" destOrd="0" presId="urn:microsoft.com/office/officeart/2018/2/layout/IconVerticalSolidList"/>
    <dgm:cxn modelId="{EBEC0DAC-3825-418E-90D7-ABDF05CBBB7E}" type="presParOf" srcId="{007B4B93-A67B-445D-9518-4E7F23E2B40B}" destId="{3D2B5E28-E437-4154-9AF3-1BDB5CD65E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9DE218-21A4-4CCF-AE82-D44E2E50A502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1CAE5-CF58-4104-82BA-65755B9B5986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D4A46-85E3-448C-BC6D-F0B01671FE69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Better Data Management</a:t>
          </a:r>
        </a:p>
      </dsp:txBody>
      <dsp:txXfrm>
        <a:off x="889864" y="1808"/>
        <a:ext cx="3794084" cy="770445"/>
      </dsp:txXfrm>
    </dsp:sp>
    <dsp:sp modelId="{2753A0C4-B341-46EA-A650-1CCF0DC732E3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204B6-3ED1-438E-9E0F-A652446502F2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7643A-C2C9-491F-BBB3-B523CD3DB0EC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Room Allocation System</a:t>
          </a:r>
        </a:p>
      </dsp:txBody>
      <dsp:txXfrm>
        <a:off x="889864" y="964865"/>
        <a:ext cx="3794084" cy="770445"/>
      </dsp:txXfrm>
    </dsp:sp>
    <dsp:sp modelId="{CD1EB92E-2914-4977-A6B1-03F67F6BECC2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7B6CA-67EA-4337-AFFD-8844AABE4BA5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DA910-9F01-4C82-8CF8-228BA05E55E0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Fee Payment Tracking</a:t>
          </a:r>
        </a:p>
      </dsp:txBody>
      <dsp:txXfrm>
        <a:off x="889864" y="1927922"/>
        <a:ext cx="3794084" cy="770445"/>
      </dsp:txXfrm>
    </dsp:sp>
    <dsp:sp modelId="{71BD8973-48F6-4CD2-ADCE-E7E1882AC9D0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24C10-CE76-45A8-94EE-C64F241892F1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03C67-74F5-4A3E-902F-2673C4758C3B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Handling Complaints</a:t>
          </a:r>
        </a:p>
      </dsp:txBody>
      <dsp:txXfrm>
        <a:off x="889864" y="2890979"/>
        <a:ext cx="3794084" cy="770445"/>
      </dsp:txXfrm>
    </dsp:sp>
    <dsp:sp modelId="{BCF28D12-611B-420D-B532-002C3EA8D748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F5599-CFA6-4CF8-9812-465627D74FC3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04C76-B66B-41B7-8ED8-6D2A0288876F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Mess Monitoring</a:t>
          </a:r>
        </a:p>
      </dsp:txBody>
      <dsp:txXfrm>
        <a:off x="889864" y="3854036"/>
        <a:ext cx="3794084" cy="770445"/>
      </dsp:txXfrm>
    </dsp:sp>
    <dsp:sp modelId="{63A99C15-A757-40B8-924C-F890AA466C1D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D7206C-C5F1-45F2-AC19-F57F4FD865CC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1DAC7-8F40-42CE-ABD6-6B81D94C3B26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Improved Decision-Making</a:t>
          </a:r>
        </a:p>
      </dsp:txBody>
      <dsp:txXfrm>
        <a:off x="889864" y="4817093"/>
        <a:ext cx="3794084" cy="7704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07EDE-C9C2-4D0A-A503-814DFDB5DE5F}">
      <dsp:nvSpPr>
        <dsp:cNvPr id="0" name=""/>
        <dsp:cNvSpPr/>
      </dsp:nvSpPr>
      <dsp:spPr>
        <a:xfrm>
          <a:off x="0" y="743393"/>
          <a:ext cx="4683949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6419DE-2D63-4160-9E46-257AB36DAA64}">
      <dsp:nvSpPr>
        <dsp:cNvPr id="0" name=""/>
        <dsp:cNvSpPr/>
      </dsp:nvSpPr>
      <dsp:spPr>
        <a:xfrm>
          <a:off x="234197" y="330113"/>
          <a:ext cx="3278764" cy="8265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29" tIns="0" rIns="12392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ER-Diagram</a:t>
          </a:r>
        </a:p>
      </dsp:txBody>
      <dsp:txXfrm>
        <a:off x="274546" y="370462"/>
        <a:ext cx="3198066" cy="745862"/>
      </dsp:txXfrm>
    </dsp:sp>
    <dsp:sp modelId="{173F226F-D77D-4D77-BE07-BACEC21D12A9}">
      <dsp:nvSpPr>
        <dsp:cNvPr id="0" name=""/>
        <dsp:cNvSpPr/>
      </dsp:nvSpPr>
      <dsp:spPr>
        <a:xfrm>
          <a:off x="0" y="2013473"/>
          <a:ext cx="4683949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3FBBE-DCDB-40DC-A486-7A5D6ADEF69D}">
      <dsp:nvSpPr>
        <dsp:cNvPr id="0" name=""/>
        <dsp:cNvSpPr/>
      </dsp:nvSpPr>
      <dsp:spPr>
        <a:xfrm>
          <a:off x="234197" y="1600193"/>
          <a:ext cx="3278764" cy="8265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29" tIns="0" rIns="12392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Relational Schema</a:t>
          </a:r>
        </a:p>
      </dsp:txBody>
      <dsp:txXfrm>
        <a:off x="274546" y="1640542"/>
        <a:ext cx="3198066" cy="745862"/>
      </dsp:txXfrm>
    </dsp:sp>
    <dsp:sp modelId="{0FABE42C-2A65-4203-AA06-29DD63BB2814}">
      <dsp:nvSpPr>
        <dsp:cNvPr id="0" name=""/>
        <dsp:cNvSpPr/>
      </dsp:nvSpPr>
      <dsp:spPr>
        <a:xfrm>
          <a:off x="0" y="3283553"/>
          <a:ext cx="4683949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13B7C5-188C-4461-81BF-EE1E3CE873D2}">
      <dsp:nvSpPr>
        <dsp:cNvPr id="0" name=""/>
        <dsp:cNvSpPr/>
      </dsp:nvSpPr>
      <dsp:spPr>
        <a:xfrm>
          <a:off x="234197" y="2870273"/>
          <a:ext cx="3278764" cy="8265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29" tIns="0" rIns="12392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User Interface</a:t>
          </a:r>
        </a:p>
      </dsp:txBody>
      <dsp:txXfrm>
        <a:off x="274546" y="2910622"/>
        <a:ext cx="3198066" cy="745862"/>
      </dsp:txXfrm>
    </dsp:sp>
    <dsp:sp modelId="{DFDFB529-FD30-4B0F-91AF-9BDD1697E35E}">
      <dsp:nvSpPr>
        <dsp:cNvPr id="0" name=""/>
        <dsp:cNvSpPr/>
      </dsp:nvSpPr>
      <dsp:spPr>
        <a:xfrm>
          <a:off x="0" y="4553633"/>
          <a:ext cx="4683949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E864EE-1F3F-4308-A466-E217B156B1C7}">
      <dsp:nvSpPr>
        <dsp:cNvPr id="0" name=""/>
        <dsp:cNvSpPr/>
      </dsp:nvSpPr>
      <dsp:spPr>
        <a:xfrm>
          <a:off x="234197" y="4140353"/>
          <a:ext cx="3278764" cy="8265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929" tIns="0" rIns="12392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Forms &amp; Reports</a:t>
          </a:r>
        </a:p>
      </dsp:txBody>
      <dsp:txXfrm>
        <a:off x="274546" y="4180702"/>
        <a:ext cx="3198066" cy="7458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63B01-AF06-4ACE-9C3E-AACB3CE02FD0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1CBBF7-FEA4-4B05-8FC7-13E7A685E70C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2DC8B-ECB0-45DB-8AEB-13D31CBFEE73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Student Registration Form</a:t>
          </a:r>
        </a:p>
      </dsp:txBody>
      <dsp:txXfrm>
        <a:off x="1357965" y="2319"/>
        <a:ext cx="3325983" cy="1175727"/>
      </dsp:txXfrm>
    </dsp:sp>
    <dsp:sp modelId="{D4B79F77-3923-49DF-ABB4-C329C210D10B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8566B-FE55-46F2-AE35-472CC149D6F7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50D59-F8FF-4E2E-81E1-F5F29C3BB6F1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Fee Payment Form</a:t>
          </a:r>
        </a:p>
      </dsp:txBody>
      <dsp:txXfrm>
        <a:off x="1357965" y="1471979"/>
        <a:ext cx="3325983" cy="1175727"/>
      </dsp:txXfrm>
    </dsp:sp>
    <dsp:sp modelId="{B42E83CB-A9AE-4128-BFDA-5E3E0010BDDF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E98D08-49A6-4E0A-A95C-02C584B59963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B7418-5C0F-477D-AFF0-DA99F5B977BF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Complaint Form</a:t>
          </a:r>
        </a:p>
      </dsp:txBody>
      <dsp:txXfrm>
        <a:off x="1357965" y="2941639"/>
        <a:ext cx="3325983" cy="1175727"/>
      </dsp:txXfrm>
    </dsp:sp>
    <dsp:sp modelId="{9B9CE5B4-E6D5-45A9-8AA4-DB630E9741E8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E1F3C4-8CEE-40C6-8E16-A6631071A4FD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B6292-B00E-4203-AB73-DD8C3758CA59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Navigation Dashboard</a:t>
          </a:r>
        </a:p>
      </dsp:txBody>
      <dsp:txXfrm>
        <a:off x="1357965" y="4411299"/>
        <a:ext cx="3325983" cy="1175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1B84F-EDA5-4B50-A36B-527996E99FC5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41425-8F06-426E-80A1-A68639304AE4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433149-106A-4895-BB11-0F0B8F2FD489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Complaint Form – Register complaints</a:t>
          </a:r>
        </a:p>
      </dsp:txBody>
      <dsp:txXfrm>
        <a:off x="1844034" y="682"/>
        <a:ext cx="2839914" cy="1596566"/>
      </dsp:txXfrm>
    </dsp:sp>
    <dsp:sp modelId="{5F68796A-0A20-4BE9-9501-6725902E0627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7637A-9B22-46F2-9A77-EF16129C42AE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5E4F8-9A69-4ACB-9F29-52AE9187D7B9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Fee Payment Form – Track and manage fees</a:t>
          </a:r>
        </a:p>
      </dsp:txBody>
      <dsp:txXfrm>
        <a:off x="1844034" y="1996390"/>
        <a:ext cx="2839914" cy="1596566"/>
      </dsp:txXfrm>
    </dsp:sp>
    <dsp:sp modelId="{399341FD-17AE-4D5E-B175-9378E87772CD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1992C3-F813-41FD-B057-6DDA960F5612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90FE3-9569-4050-8F32-1BCF78B38450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Student Registration Form – Enroll new students</a:t>
          </a:r>
        </a:p>
      </dsp:txBody>
      <dsp:txXfrm>
        <a:off x="1844034" y="3992098"/>
        <a:ext cx="2839914" cy="15965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2AA9C-5BEE-428A-8E56-269A527D5EEC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0E827A-0924-4ABE-B822-C3182ED90E8A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329650-A6BD-4C22-B7F9-BCEF72DF8665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Pending Complaints Report</a:t>
          </a:r>
        </a:p>
      </dsp:txBody>
      <dsp:txXfrm>
        <a:off x="1099610" y="1878"/>
        <a:ext cx="7129989" cy="952043"/>
      </dsp:txXfrm>
    </dsp:sp>
    <dsp:sp modelId="{19BD828C-4EB6-466B-84A9-851B6812F910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BBF0F5-2983-48CF-862B-9BFCC1AF9785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1B56D1-87C6-4D81-A64E-787EFE973F24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Resolved Complaints Report</a:t>
          </a:r>
        </a:p>
      </dsp:txBody>
      <dsp:txXfrm>
        <a:off x="1099610" y="1191932"/>
        <a:ext cx="7129989" cy="952043"/>
      </dsp:txXfrm>
    </dsp:sp>
    <dsp:sp modelId="{06D4ECD6-FAA6-42CB-ACDD-AF5DB1E1E9D6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8440E0-3631-43C7-BAEC-3D87E1FE049C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40CC6-1231-4DFE-BCD0-218E4BC39434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Fee Payment Report</a:t>
          </a:r>
        </a:p>
      </dsp:txBody>
      <dsp:txXfrm>
        <a:off x="1099610" y="2381986"/>
        <a:ext cx="7129989" cy="952043"/>
      </dsp:txXfrm>
    </dsp:sp>
    <dsp:sp modelId="{0D8F92B4-8263-447B-B0A9-E1A93FCF8FF6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19211-D3AF-4A49-A754-7721F65EF53C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FE7D1-3275-4BBB-9AF7-7B264932BEC1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Student Hostel Detail Report</a:t>
          </a:r>
        </a:p>
      </dsp:txBody>
      <dsp:txXfrm>
        <a:off x="1099610" y="3572041"/>
        <a:ext cx="7129989" cy="9520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7725B2-B09B-482F-8E9C-472BA0172E73}">
      <dsp:nvSpPr>
        <dsp:cNvPr id="0" name=""/>
        <dsp:cNvSpPr/>
      </dsp:nvSpPr>
      <dsp:spPr>
        <a:xfrm>
          <a:off x="0" y="0"/>
          <a:ext cx="468394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B7478-36D7-4A87-B075-D1B93131706D}">
      <dsp:nvSpPr>
        <dsp:cNvPr id="0" name=""/>
        <dsp:cNvSpPr/>
      </dsp:nvSpPr>
      <dsp:spPr>
        <a:xfrm>
          <a:off x="0" y="0"/>
          <a:ext cx="4683949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What Went Well:</a:t>
          </a:r>
        </a:p>
      </dsp:txBody>
      <dsp:txXfrm>
        <a:off x="0" y="0"/>
        <a:ext cx="4683949" cy="1397336"/>
      </dsp:txXfrm>
    </dsp:sp>
    <dsp:sp modelId="{8F8FD2AB-0F10-4652-88D3-1C2305DB5097}">
      <dsp:nvSpPr>
        <dsp:cNvPr id="0" name=""/>
        <dsp:cNvSpPr/>
      </dsp:nvSpPr>
      <dsp:spPr>
        <a:xfrm>
          <a:off x="0" y="1397336"/>
          <a:ext cx="4683949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44F17E-3C96-4151-8BF1-D9BF2C7C2BBC}">
      <dsp:nvSpPr>
        <dsp:cNvPr id="0" name=""/>
        <dsp:cNvSpPr/>
      </dsp:nvSpPr>
      <dsp:spPr>
        <a:xfrm>
          <a:off x="0" y="1397336"/>
          <a:ext cx="4683949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Successful implementation of key features</a:t>
          </a:r>
        </a:p>
      </dsp:txBody>
      <dsp:txXfrm>
        <a:off x="0" y="1397336"/>
        <a:ext cx="4683949" cy="1397336"/>
      </dsp:txXfrm>
    </dsp:sp>
    <dsp:sp modelId="{6D9F7A93-BA60-4D73-B0B2-D16694A70140}">
      <dsp:nvSpPr>
        <dsp:cNvPr id="0" name=""/>
        <dsp:cNvSpPr/>
      </dsp:nvSpPr>
      <dsp:spPr>
        <a:xfrm>
          <a:off x="0" y="2794673"/>
          <a:ext cx="4683949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CE787-9C42-4932-AFA4-E746FE096CBE}">
      <dsp:nvSpPr>
        <dsp:cNvPr id="0" name=""/>
        <dsp:cNvSpPr/>
      </dsp:nvSpPr>
      <dsp:spPr>
        <a:xfrm>
          <a:off x="0" y="2794673"/>
          <a:ext cx="4683949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Strong validation and error handling</a:t>
          </a:r>
        </a:p>
      </dsp:txBody>
      <dsp:txXfrm>
        <a:off x="0" y="2794673"/>
        <a:ext cx="4683949" cy="1397336"/>
      </dsp:txXfrm>
    </dsp:sp>
    <dsp:sp modelId="{7465AD46-0D4A-4718-8D27-7BF82FDE57BC}">
      <dsp:nvSpPr>
        <dsp:cNvPr id="0" name=""/>
        <dsp:cNvSpPr/>
      </dsp:nvSpPr>
      <dsp:spPr>
        <a:xfrm>
          <a:off x="0" y="4192010"/>
          <a:ext cx="4683949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2A5EA-297F-4C62-BCFE-7330CF531E1D}">
      <dsp:nvSpPr>
        <dsp:cNvPr id="0" name=""/>
        <dsp:cNvSpPr/>
      </dsp:nvSpPr>
      <dsp:spPr>
        <a:xfrm>
          <a:off x="0" y="4192010"/>
          <a:ext cx="4683949" cy="1397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Scalable and flexible database system</a:t>
          </a:r>
        </a:p>
      </dsp:txBody>
      <dsp:txXfrm>
        <a:off x="0" y="4192010"/>
        <a:ext cx="4683949" cy="13973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47447-BAD9-4EDD-8BBA-CFA91C1331C0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F46D7-96A7-4773-80E9-B5E70DD27190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07E66C-AD03-4B54-B486-AEC1DA8D91F4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Improve database optimization techniques</a:t>
          </a:r>
        </a:p>
      </dsp:txBody>
      <dsp:txXfrm>
        <a:off x="1844034" y="682"/>
        <a:ext cx="2839914" cy="1596566"/>
      </dsp:txXfrm>
    </dsp:sp>
    <dsp:sp modelId="{BE69B187-1CB5-4AB7-AB9C-E38D2FF205B0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11279F-025F-438E-B498-0608458F7202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9BF5CC-F899-4C83-A61A-917FEBC18387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Enhance automation with stored procedures</a:t>
          </a:r>
        </a:p>
      </dsp:txBody>
      <dsp:txXfrm>
        <a:off x="1844034" y="1996390"/>
        <a:ext cx="2839914" cy="1596566"/>
      </dsp:txXfrm>
    </dsp:sp>
    <dsp:sp modelId="{9A14F679-9203-4ECF-BF1D-22EE4975E76C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9E3DA4-4314-4703-B51A-E8717C6F1B20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B5E28-E437-4154-9AF3-1BDB5CD65EE9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Refine UI/UX for better usability</a:t>
          </a:r>
        </a:p>
      </dsp:txBody>
      <dsp:txXfrm>
        <a:off x="1844034" y="3992098"/>
        <a:ext cx="2839914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Hostel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Database Management and Warehousing</a:t>
            </a:r>
          </a:p>
          <a:p>
            <a:pPr marL="0" indent="0">
              <a:buNone/>
            </a:pPr>
            <a:r>
              <a:rPr lang="en-US" sz="1700" dirty="0"/>
              <a:t>Charmy Raj | ISM6216 Final Project</a:t>
            </a:r>
          </a:p>
        </p:txBody>
      </p:sp>
      <p:pic>
        <p:nvPicPr>
          <p:cNvPr id="5" name="Picture 4" descr="Empty office desk">
            <a:extLst>
              <a:ext uri="{FF2B5EF4-FFF2-40B4-BE49-F238E27FC236}">
                <a16:creationId xmlns:a16="http://schemas.microsoft.com/office/drawing/2014/main" id="{3DAE2F8D-AD34-CD50-F4AB-D8489B529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13" r="11237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t>Business Justification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D3E48F-0797-B599-2582-F41E0CA9D0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601439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t>Application Section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354514-13F0-9135-06A2-9FDA8CF041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333966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6000"/>
              <a:t>User Interface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3DC628-36E1-190B-9166-149CAC865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05085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/>
              <a:t>Forms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5F3E06-02E1-06FB-4DD4-26A41B63E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63844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E99504-4FCF-6F02-702E-515B2F2E5E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4900"/>
              <a:t>Conclusion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6460885E-7598-6DED-4EC1-671C5A113F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415805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3300"/>
              <a:t>Challenges &amp; Future Improvements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1F212E-3BAD-49AC-607B-372C2CF31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83238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154</Words>
  <Application>Microsoft Office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Hostel Management System</vt:lpstr>
      <vt:lpstr>Business Justification</vt:lpstr>
      <vt:lpstr>Application Section</vt:lpstr>
      <vt:lpstr>User Interface</vt:lpstr>
      <vt:lpstr>Forms</vt:lpstr>
      <vt:lpstr>Reports</vt:lpstr>
      <vt:lpstr>Conclusion</vt:lpstr>
      <vt:lpstr>Challenges &amp; Future Improvements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Charmy Raj</cp:lastModifiedBy>
  <cp:revision>2</cp:revision>
  <dcterms:created xsi:type="dcterms:W3CDTF">2013-01-27T09:14:16Z</dcterms:created>
  <dcterms:modified xsi:type="dcterms:W3CDTF">2025-03-15T10:32:28Z</dcterms:modified>
  <cp:category/>
</cp:coreProperties>
</file>